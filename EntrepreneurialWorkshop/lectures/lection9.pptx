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Anaheim"/>
      <p:regular r:id="rId43"/>
      <p:bold r:id="rId44"/>
    </p:embeddedFont>
    <p:embeddedFont>
      <p:font typeface="Catamaran SemiBold"/>
      <p:regular r:id="rId45"/>
      <p:bold r:id="rId46"/>
    </p:embeddedFont>
    <p:embeddedFont>
      <p:font typeface="Baloo 2 ExtraBold"/>
      <p:bold r:id="rId47"/>
    </p:embeddedFont>
    <p:embeddedFont>
      <p:font typeface="DM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51B0A1-F6C7-4CA7-B010-5D6EF98F7BC6}">
  <a:tblStyle styleId="{F051B0A1-F6C7-4CA7-B010-5D6EF98F7BC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Anaheim-bold.fntdata"/><Relationship Id="rId43" Type="http://schemas.openxmlformats.org/officeDocument/2006/relationships/font" Target="fonts/Anaheim-regular.fntdata"/><Relationship Id="rId46" Type="http://schemas.openxmlformats.org/officeDocument/2006/relationships/font" Target="fonts/CatamaranSemiBold-bold.fntdata"/><Relationship Id="rId45" Type="http://schemas.openxmlformats.org/officeDocument/2006/relationships/font" Target="fonts/Catamaran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DMSans-regular.fntdata"/><Relationship Id="rId47" Type="http://schemas.openxmlformats.org/officeDocument/2006/relationships/font" Target="fonts/Baloo2ExtraBold-bold.fntdata"/><Relationship Id="rId49" Type="http://schemas.openxmlformats.org/officeDocument/2006/relationships/font" Target="fonts/DM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DMSans-boldItalic.fntdata"/><Relationship Id="rId50" Type="http://schemas.openxmlformats.org/officeDocument/2006/relationships/font" Target="fonts/DM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39741c3b226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1" name="Google Shape;761;g39741c3b226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9741c3b226_0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39741c3b226_0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4" name="Shape 10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Google Shape;1005;g39741c3b226_0_10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6" name="Google Shape;1006;g39741c3b226_0_107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g39741c3b226_0_107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9741c3b226_0_126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g39741c3b226_0_1268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g39741c3b226_0_1268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39741c3b226_0_1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39741c3b226_0_1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9741c3b226_0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5" name="Google Shape;1165;g39741c3b226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9741c3b226_0_110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5" name="Google Shape;1265;g39741c3b226_0_110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9741c3b226_0_110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g39741c3b226_0_114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7" name="Google Shape;1307;g39741c3b226_0_114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g39741c3b226_0_114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39741c3b226_0_117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6" name="Google Shape;1336;g39741c3b226_0_117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g39741c3b226_0_117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g39741c3b226_0_122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2" name="Google Shape;1382;g39741c3b226_0_122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g39741c3b226_0_122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9741c3b226_0_150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8" name="Google Shape;1428;g39741c3b226_0_150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g39741c3b226_0_150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39741c3b226_0_1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39741c3b226_0_1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g39741c3b226_0_15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6" name="Google Shape;1556;g39741c3b226_0_15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4" name="Shape 1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5" name="Google Shape;1655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6" name="Google Shape;1656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g39741c3b226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6" name="Google Shape;1756;g39741c3b226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39741c3b226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39741c3b22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g39741c3b226_0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1" name="Google Shape;1911;g39741c3b226_0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5" name="Shape 1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Google Shape;1966;g39741c3b226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7" name="Google Shape;1967;g39741c3b226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g39741c3b226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3" name="Google Shape;2023;g39741c3b226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7" name="Shape 2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8" name="Google Shape;2078;g39741c3b226_0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9" name="Google Shape;2079;g39741c3b226_0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g39741c3b226_0_6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5" name="Google Shape;2135;g39741c3b226_0_6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g39741c3b226_0_1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1" name="Google Shape;2191;g39741c3b226_0_1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g39741c3b226_0_7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0" name="Google Shape;2290;g39741c3b226_0_7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g39741c3b226_0_20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0" name="Google Shape;2390;g39741c3b226_0_208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1" name="Google Shape;2391;g39741c3b226_0_208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8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g39741c3b226_0_213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0" name="Google Shape;2440;g39741c3b226_0_213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g39741c3b226_0_213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8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g39741c3b226_0_218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0" name="Google Shape;2490;g39741c3b226_0_218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1" name="Google Shape;2491;g39741c3b226_0_218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g39741c3b226_0_221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4" name="Google Shape;2524;g39741c3b226_0_2216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5" name="Google Shape;2525;g39741c3b226_0_2216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2" name="Shape 2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3" name="Google Shape;2533;g39741c3b226_0_222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4" name="Google Shape;2534;g39741c3b226_0_2229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g39741c3b226_0_2229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g39741c3b226_0_19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4" name="Google Shape;2544;g39741c3b226_0_19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2" name="Shape 2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3" name="Google Shape;2643;g39741c3b226_0_2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4" name="Google Shape;2644;g39741c3b226_0_2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8" name="Shape 2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9" name="Google Shape;2649;g39741c3b226_0_10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0" name="Google Shape;2650;g39741c3b226_0_10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4" name="Shape 2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Google Shape;2655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6" name="Google Shape;2656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9" name="Shape 2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0" name="Google Shape;2660;g39741c3b226_0_2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1" name="Google Shape;2661;g39741c3b226_0_2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1644614" y="-2747525"/>
            <a:ext cx="12278718" cy="10475804"/>
            <a:chOff x="-1644614" y="-2747525"/>
            <a:chExt cx="12278718" cy="10475804"/>
          </a:xfrm>
        </p:grpSpPr>
        <p:sp>
          <p:nvSpPr>
            <p:cNvPr id="10" name="Google Shape;10;p2"/>
            <p:cNvSpPr/>
            <p:nvPr/>
          </p:nvSpPr>
          <p:spPr>
            <a:xfrm rot="-2526399">
              <a:off x="5593085" y="3029310"/>
              <a:ext cx="4356710" cy="3718191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 rot="7128784">
              <a:off x="8363688" y="1001192"/>
              <a:ext cx="1703625" cy="1100471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 rot="1490198">
              <a:off x="-1039429" y="-1920903"/>
              <a:ext cx="4803426" cy="3939324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"/>
          <p:cNvSpPr txBox="1"/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b="0" sz="700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713225" y="3970798"/>
            <a:ext cx="3862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b="0" sz="4100"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4400">
                <a:solidFill>
                  <a:schemeClr val="lt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3871075" y="4229000"/>
            <a:ext cx="45597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" name="Google Shape;19;p3"/>
          <p:cNvGrpSpPr/>
          <p:nvPr/>
        </p:nvGrpSpPr>
        <p:grpSpPr>
          <a:xfrm>
            <a:off x="-3162649" y="-2703928"/>
            <a:ext cx="13165613" cy="11244425"/>
            <a:chOff x="-3162649" y="-2703928"/>
            <a:chExt cx="13165613" cy="11244425"/>
          </a:xfrm>
        </p:grpSpPr>
        <p:sp>
          <p:nvSpPr>
            <p:cNvPr id="20" name="Google Shape;20;p3"/>
            <p:cNvSpPr/>
            <p:nvPr/>
          </p:nvSpPr>
          <p:spPr>
            <a:xfrm rot="-8306489">
              <a:off x="6127382" y="-1119897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3"/>
            <p:cNvSpPr/>
            <p:nvPr/>
          </p:nvSpPr>
          <p:spPr>
            <a:xfrm rot="-2526298">
              <a:off x="-1178945" y="-1980449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rot="7128936">
              <a:off x="-2814439" y="30148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0000" y="1063351"/>
            <a:ext cx="7704000" cy="3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>
                <a:solidFill>
                  <a:srgbClr val="201338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6" name="Google Shape;26;p4"/>
          <p:cNvGrpSpPr/>
          <p:nvPr/>
        </p:nvGrpSpPr>
        <p:grpSpPr>
          <a:xfrm>
            <a:off x="-2070957" y="-2181586"/>
            <a:ext cx="12789989" cy="9622630"/>
            <a:chOff x="-2070957" y="-2181586"/>
            <a:chExt cx="12789989" cy="9622630"/>
          </a:xfrm>
        </p:grpSpPr>
        <p:sp>
          <p:nvSpPr>
            <p:cNvPr id="27" name="Google Shape;27;p4"/>
            <p:cNvSpPr/>
            <p:nvPr/>
          </p:nvSpPr>
          <p:spPr>
            <a:xfrm rot="-7978753">
              <a:off x="7222940" y="-1435304"/>
              <a:ext cx="3098931" cy="2433851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 rot="-2460279">
              <a:off x="-1652662" y="4289121"/>
              <a:ext cx="3098932" cy="2433850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4"/>
          <p:cNvGrpSpPr/>
          <p:nvPr/>
        </p:nvGrpSpPr>
        <p:grpSpPr>
          <a:xfrm>
            <a:off x="8350786" y="175533"/>
            <a:ext cx="627600" cy="887824"/>
            <a:chOff x="2443886" y="2869758"/>
            <a:chExt cx="627600" cy="887824"/>
          </a:xfrm>
        </p:grpSpPr>
        <p:sp>
          <p:nvSpPr>
            <p:cNvPr id="30" name="Google Shape;30;p4"/>
            <p:cNvSpPr/>
            <p:nvPr/>
          </p:nvSpPr>
          <p:spPr>
            <a:xfrm>
              <a:off x="2443886" y="2937682"/>
              <a:ext cx="627600" cy="819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2443886" y="2869758"/>
              <a:ext cx="627579" cy="67924"/>
            </a:xfrm>
            <a:custGeom>
              <a:rect b="b" l="l" r="r" t="t"/>
              <a:pathLst>
                <a:path extrusionOk="0" h="78" w="718">
                  <a:moveTo>
                    <a:pt x="68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16" y="0"/>
                    <a:pt x="0" y="16"/>
                    <a:pt x="0" y="37"/>
                  </a:cubicBezTo>
                  <a:cubicBezTo>
                    <a:pt x="0" y="78"/>
                    <a:pt x="0" y="78"/>
                    <a:pt x="0" y="78"/>
                  </a:cubicBezTo>
                  <a:cubicBezTo>
                    <a:pt x="718" y="78"/>
                    <a:pt x="718" y="78"/>
                    <a:pt x="718" y="78"/>
                  </a:cubicBezTo>
                  <a:cubicBezTo>
                    <a:pt x="718" y="37"/>
                    <a:pt x="718" y="37"/>
                    <a:pt x="718" y="37"/>
                  </a:cubicBezTo>
                  <a:cubicBezTo>
                    <a:pt x="718" y="16"/>
                    <a:pt x="701" y="0"/>
                    <a:pt x="6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2473543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>
              <a:off x="2521377" y="2887935"/>
              <a:ext cx="315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2570168" y="2887935"/>
              <a:ext cx="30600" cy="30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>
              <a:off x="2544337" y="3316526"/>
              <a:ext cx="97500" cy="142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>
              <a:off x="2692622" y="3217988"/>
              <a:ext cx="98400" cy="241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2840906" y="3129017"/>
              <a:ext cx="97500" cy="330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2578777" y="2982646"/>
              <a:ext cx="308049" cy="309007"/>
            </a:xfrm>
            <a:custGeom>
              <a:rect b="b" l="l" r="r" t="t"/>
              <a:pathLst>
                <a:path extrusionOk="0" h="353" w="352">
                  <a:moveTo>
                    <a:pt x="351" y="56"/>
                  </a:moveTo>
                  <a:cubicBezTo>
                    <a:pt x="350" y="51"/>
                    <a:pt x="347" y="47"/>
                    <a:pt x="343" y="45"/>
                  </a:cubicBezTo>
                  <a:cubicBezTo>
                    <a:pt x="262" y="4"/>
                    <a:pt x="262" y="4"/>
                    <a:pt x="262" y="4"/>
                  </a:cubicBezTo>
                  <a:cubicBezTo>
                    <a:pt x="255" y="0"/>
                    <a:pt x="246" y="3"/>
                    <a:pt x="242" y="11"/>
                  </a:cubicBezTo>
                  <a:cubicBezTo>
                    <a:pt x="238" y="18"/>
                    <a:pt x="241" y="27"/>
                    <a:pt x="249" y="31"/>
                  </a:cubicBezTo>
                  <a:cubicBezTo>
                    <a:pt x="290" y="52"/>
                    <a:pt x="290" y="52"/>
                    <a:pt x="290" y="52"/>
                  </a:cubicBezTo>
                  <a:cubicBezTo>
                    <a:pt x="43" y="111"/>
                    <a:pt x="2" y="333"/>
                    <a:pt x="2" y="335"/>
                  </a:cubicBezTo>
                  <a:cubicBezTo>
                    <a:pt x="0" y="343"/>
                    <a:pt x="6" y="351"/>
                    <a:pt x="14" y="352"/>
                  </a:cubicBezTo>
                  <a:cubicBezTo>
                    <a:pt x="15" y="353"/>
                    <a:pt x="15" y="353"/>
                    <a:pt x="16" y="353"/>
                  </a:cubicBezTo>
                  <a:cubicBezTo>
                    <a:pt x="23" y="353"/>
                    <a:pt x="30" y="348"/>
                    <a:pt x="31" y="340"/>
                  </a:cubicBezTo>
                  <a:cubicBezTo>
                    <a:pt x="31" y="338"/>
                    <a:pt x="69" y="134"/>
                    <a:pt x="300" y="80"/>
                  </a:cubicBezTo>
                  <a:cubicBezTo>
                    <a:pt x="268" y="120"/>
                    <a:pt x="268" y="120"/>
                    <a:pt x="268" y="120"/>
                  </a:cubicBezTo>
                  <a:cubicBezTo>
                    <a:pt x="263" y="126"/>
                    <a:pt x="264" y="135"/>
                    <a:pt x="270" y="141"/>
                  </a:cubicBezTo>
                  <a:cubicBezTo>
                    <a:pt x="273" y="143"/>
                    <a:pt x="276" y="144"/>
                    <a:pt x="280" y="144"/>
                  </a:cubicBezTo>
                  <a:cubicBezTo>
                    <a:pt x="284" y="144"/>
                    <a:pt x="288" y="142"/>
                    <a:pt x="291" y="138"/>
                  </a:cubicBezTo>
                  <a:cubicBezTo>
                    <a:pt x="348" y="68"/>
                    <a:pt x="348" y="68"/>
                    <a:pt x="348" y="68"/>
                  </a:cubicBezTo>
                  <a:cubicBezTo>
                    <a:pt x="351" y="65"/>
                    <a:pt x="352" y="60"/>
                    <a:pt x="351" y="5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2515637" y="3521255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2515637" y="3573872"/>
              <a:ext cx="4830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2568254" y="3626489"/>
              <a:ext cx="3777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2636178" y="3679106"/>
              <a:ext cx="242100" cy="20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4"/>
          <p:cNvGrpSpPr/>
          <p:nvPr/>
        </p:nvGrpSpPr>
        <p:grpSpPr>
          <a:xfrm>
            <a:off x="150790" y="217095"/>
            <a:ext cx="7996462" cy="5057956"/>
            <a:chOff x="150790" y="217095"/>
            <a:chExt cx="7996462" cy="5057956"/>
          </a:xfrm>
        </p:grpSpPr>
        <p:sp>
          <p:nvSpPr>
            <p:cNvPr id="44" name="Google Shape;44;p4"/>
            <p:cNvSpPr/>
            <p:nvPr/>
          </p:nvSpPr>
          <p:spPr>
            <a:xfrm>
              <a:off x="7820577" y="2170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" name="Google Shape;45;p4"/>
            <p:cNvGrpSpPr/>
            <p:nvPr/>
          </p:nvGrpSpPr>
          <p:grpSpPr>
            <a:xfrm rot="-8329653">
              <a:off x="354633" y="4434969"/>
              <a:ext cx="451704" cy="788937"/>
              <a:chOff x="8579627" y="228750"/>
              <a:chExt cx="451723" cy="788970"/>
            </a:xfrm>
          </p:grpSpPr>
          <p:sp>
            <p:nvSpPr>
              <p:cNvPr id="46" name="Google Shape;46;p4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-1592614" y="-1841602"/>
            <a:ext cx="12385408" cy="9762152"/>
            <a:chOff x="-1592614" y="-1841602"/>
            <a:chExt cx="12385408" cy="9762152"/>
          </a:xfrm>
        </p:grpSpPr>
        <p:sp>
          <p:nvSpPr>
            <p:cNvPr id="50" name="Google Shape;50;p5"/>
            <p:cNvSpPr/>
            <p:nvPr/>
          </p:nvSpPr>
          <p:spPr>
            <a:xfrm rot="-2930233">
              <a:off x="-1132229" y="4127838"/>
              <a:ext cx="3690906" cy="2898776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 rot="1287706">
              <a:off x="7067490" y="-1325546"/>
              <a:ext cx="3339997" cy="2739156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" name="Google Shape;52;p5"/>
          <p:cNvGrpSpPr/>
          <p:nvPr/>
        </p:nvGrpSpPr>
        <p:grpSpPr>
          <a:xfrm>
            <a:off x="200218" y="4192521"/>
            <a:ext cx="1459676" cy="1092353"/>
            <a:chOff x="200218" y="4192521"/>
            <a:chExt cx="1459676" cy="1092353"/>
          </a:xfrm>
        </p:grpSpPr>
        <p:grpSp>
          <p:nvGrpSpPr>
            <p:cNvPr id="53" name="Google Shape;53;p5"/>
            <p:cNvGrpSpPr/>
            <p:nvPr/>
          </p:nvGrpSpPr>
          <p:grpSpPr>
            <a:xfrm>
              <a:off x="200218" y="4192521"/>
              <a:ext cx="885750" cy="572682"/>
              <a:chOff x="6798158" y="1294585"/>
              <a:chExt cx="1158600" cy="749094"/>
            </a:xfrm>
          </p:grpSpPr>
          <p:sp>
            <p:nvSpPr>
              <p:cNvPr id="54" name="Google Shape;54;p5"/>
              <p:cNvSpPr/>
              <p:nvPr/>
            </p:nvSpPr>
            <p:spPr>
              <a:xfrm>
                <a:off x="6798158" y="1365379"/>
                <a:ext cx="1158600" cy="6783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5"/>
              <p:cNvSpPr/>
              <p:nvPr/>
            </p:nvSpPr>
            <p:spPr>
              <a:xfrm>
                <a:off x="6798158" y="1294585"/>
                <a:ext cx="1158534" cy="70794"/>
              </a:xfrm>
              <a:custGeom>
                <a:rect b="b" l="l" r="r" t="t"/>
                <a:pathLst>
                  <a:path extrusionOk="0" h="81" w="1325">
                    <a:moveTo>
                      <a:pt x="1286" y="0"/>
                    </a:moveTo>
                    <a:cubicBezTo>
                      <a:pt x="38" y="0"/>
                      <a:pt x="38" y="0"/>
                      <a:pt x="38" y="0"/>
                    </a:cubicBezTo>
                    <a:cubicBezTo>
                      <a:pt x="17" y="0"/>
                      <a:pt x="0" y="18"/>
                      <a:pt x="0" y="39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1325" y="81"/>
                      <a:pt x="1325" y="81"/>
                      <a:pt x="1325" y="81"/>
                    </a:cubicBezTo>
                    <a:cubicBezTo>
                      <a:pt x="1325" y="39"/>
                      <a:pt x="1325" y="39"/>
                      <a:pt x="1325" y="39"/>
                    </a:cubicBezTo>
                    <a:cubicBezTo>
                      <a:pt x="1325" y="18"/>
                      <a:pt x="1307" y="0"/>
                      <a:pt x="12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5"/>
              <p:cNvSpPr/>
              <p:nvPr/>
            </p:nvSpPr>
            <p:spPr>
              <a:xfrm>
                <a:off x="6828772" y="1314675"/>
                <a:ext cx="324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5"/>
              <p:cNvSpPr/>
              <p:nvPr/>
            </p:nvSpPr>
            <p:spPr>
              <a:xfrm>
                <a:off x="6879476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5"/>
              <p:cNvSpPr/>
              <p:nvPr/>
            </p:nvSpPr>
            <p:spPr>
              <a:xfrm>
                <a:off x="6929223" y="1314675"/>
                <a:ext cx="31500" cy="3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5"/>
              <p:cNvSpPr/>
              <p:nvPr/>
            </p:nvSpPr>
            <p:spPr>
              <a:xfrm>
                <a:off x="6875649" y="1423736"/>
                <a:ext cx="1000682" cy="544349"/>
              </a:xfrm>
              <a:custGeom>
                <a:rect b="b" l="l" r="r" t="t"/>
                <a:pathLst>
                  <a:path extrusionOk="0" h="569" w="1046">
                    <a:moveTo>
                      <a:pt x="1046" y="569"/>
                    </a:moveTo>
                    <a:lnTo>
                      <a:pt x="0" y="569"/>
                    </a:lnTo>
                    <a:lnTo>
                      <a:pt x="0" y="0"/>
                    </a:lnTo>
                    <a:lnTo>
                      <a:pt x="7" y="0"/>
                    </a:lnTo>
                    <a:lnTo>
                      <a:pt x="7" y="563"/>
                    </a:lnTo>
                    <a:lnTo>
                      <a:pt x="1046" y="563"/>
                    </a:lnTo>
                    <a:lnTo>
                      <a:pt x="1046" y="56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5"/>
              <p:cNvSpPr/>
              <p:nvPr/>
            </p:nvSpPr>
            <p:spPr>
              <a:xfrm>
                <a:off x="6923483" y="1727959"/>
                <a:ext cx="98400" cy="201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5"/>
              <p:cNvSpPr/>
              <p:nvPr/>
            </p:nvSpPr>
            <p:spPr>
              <a:xfrm>
                <a:off x="7082291" y="1443826"/>
                <a:ext cx="97500" cy="4851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5"/>
              <p:cNvSpPr/>
              <p:nvPr/>
            </p:nvSpPr>
            <p:spPr>
              <a:xfrm>
                <a:off x="7241099" y="1562454"/>
                <a:ext cx="97500" cy="3666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5"/>
              <p:cNvSpPr/>
              <p:nvPr/>
            </p:nvSpPr>
            <p:spPr>
              <a:xfrm>
                <a:off x="7398951" y="1626552"/>
                <a:ext cx="98400" cy="302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5"/>
              <p:cNvSpPr/>
              <p:nvPr/>
            </p:nvSpPr>
            <p:spPr>
              <a:xfrm>
                <a:off x="7558715" y="1704042"/>
                <a:ext cx="97500" cy="225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/>
              <p:nvPr/>
            </p:nvSpPr>
            <p:spPr>
              <a:xfrm>
                <a:off x="7716567" y="1443826"/>
                <a:ext cx="97500" cy="4851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6923483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5"/>
              <p:cNvSpPr/>
              <p:nvPr/>
            </p:nvSpPr>
            <p:spPr>
              <a:xfrm>
                <a:off x="7082291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5"/>
              <p:cNvSpPr/>
              <p:nvPr/>
            </p:nvSpPr>
            <p:spPr>
              <a:xfrm>
                <a:off x="7241099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7398951" y="1992002"/>
                <a:ext cx="984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5"/>
              <p:cNvSpPr/>
              <p:nvPr/>
            </p:nvSpPr>
            <p:spPr>
              <a:xfrm>
                <a:off x="7558715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5"/>
              <p:cNvSpPr/>
              <p:nvPr/>
            </p:nvSpPr>
            <p:spPr>
              <a:xfrm>
                <a:off x="7716567" y="1992002"/>
                <a:ext cx="97500" cy="11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5"/>
            <p:cNvGrpSpPr/>
            <p:nvPr/>
          </p:nvGrpSpPr>
          <p:grpSpPr>
            <a:xfrm>
              <a:off x="840230" y="4442788"/>
              <a:ext cx="819663" cy="842085"/>
              <a:chOff x="777043" y="2258113"/>
              <a:chExt cx="819663" cy="842085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rect b="b" l="l" r="r" t="t"/>
                <a:pathLst>
                  <a:path extrusionOk="0" h="93" w="89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74" name="Google Shape;74;p5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75" name="Google Shape;75;p5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rect b="b" l="l" r="r" t="t"/>
                <a:pathLst>
                  <a:path extrusionOk="0" h="126" w="124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rect b="b" l="l" r="r" t="t"/>
                <a:pathLst>
                  <a:path extrusionOk="0" h="376" w="359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rect b="b" l="l" r="r" t="t"/>
                <a:pathLst>
                  <a:path extrusionOk="0" h="279" w="358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rect b="b" l="l" r="r" t="t"/>
                <a:pathLst>
                  <a:path extrusionOk="0" h="588" w="589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rect b="b" l="l" r="r" t="t"/>
                <a:pathLst>
                  <a:path extrusionOk="0" h="540" w="444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5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rect b="b" l="l" r="r" t="t"/>
                <a:pathLst>
                  <a:path extrusionOk="0" h="496" w="371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rect b="b" l="l" r="r" t="t"/>
                <a:pathLst>
                  <a:path extrusionOk="0" h="755" w="755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2" name="Google Shape;82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1" type="subTitle"/>
          </p:nvPr>
        </p:nvSpPr>
        <p:spPr>
          <a:xfrm>
            <a:off x="4989827" y="270452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2" type="subTitle"/>
          </p:nvPr>
        </p:nvSpPr>
        <p:spPr>
          <a:xfrm>
            <a:off x="1012325" y="2704527"/>
            <a:ext cx="3141900" cy="11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"/>
          <p:cNvSpPr txBox="1"/>
          <p:nvPr>
            <p:ph idx="3" type="subTitle"/>
          </p:nvPr>
        </p:nvSpPr>
        <p:spPr>
          <a:xfrm>
            <a:off x="1012325" y="1962450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86" name="Google Shape;86;p5"/>
          <p:cNvSpPr txBox="1"/>
          <p:nvPr>
            <p:ph idx="4" type="subTitle"/>
          </p:nvPr>
        </p:nvSpPr>
        <p:spPr>
          <a:xfrm>
            <a:off x="4989832" y="1962450"/>
            <a:ext cx="3141900" cy="86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87" name="Google Shape;87;p5"/>
          <p:cNvGrpSpPr/>
          <p:nvPr/>
        </p:nvGrpSpPr>
        <p:grpSpPr>
          <a:xfrm>
            <a:off x="1564677" y="-72908"/>
            <a:ext cx="7097557" cy="4838103"/>
            <a:chOff x="1564677" y="-72908"/>
            <a:chExt cx="7097557" cy="4838103"/>
          </a:xfrm>
        </p:grpSpPr>
        <p:sp>
          <p:nvSpPr>
            <p:cNvPr id="88" name="Google Shape;88;p5"/>
            <p:cNvSpPr/>
            <p:nvPr/>
          </p:nvSpPr>
          <p:spPr>
            <a:xfrm>
              <a:off x="1564677" y="44427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9" name="Google Shape;89;p5"/>
            <p:cNvGrpSpPr/>
            <p:nvPr/>
          </p:nvGrpSpPr>
          <p:grpSpPr>
            <a:xfrm rot="4095745">
              <a:off x="7986209" y="-111497"/>
              <a:ext cx="451777" cy="789064"/>
              <a:chOff x="8579627" y="228750"/>
              <a:chExt cx="451723" cy="788970"/>
            </a:xfrm>
          </p:grpSpPr>
          <p:sp>
            <p:nvSpPr>
              <p:cNvPr id="90" name="Google Shape;90;p5"/>
              <p:cNvSpPr/>
              <p:nvPr/>
            </p:nvSpPr>
            <p:spPr>
              <a:xfrm>
                <a:off x="8579627" y="695320"/>
                <a:ext cx="326675" cy="32240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8846775" y="228750"/>
                <a:ext cx="184575" cy="18215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94" name="Google Shape;94;p6"/>
          <p:cNvGrpSpPr/>
          <p:nvPr/>
        </p:nvGrpSpPr>
        <p:grpSpPr>
          <a:xfrm>
            <a:off x="-1067442" y="-2235586"/>
            <a:ext cx="11334362" cy="8364590"/>
            <a:chOff x="-1067442" y="-2235586"/>
            <a:chExt cx="11334362" cy="8364590"/>
          </a:xfrm>
        </p:grpSpPr>
        <p:sp>
          <p:nvSpPr>
            <p:cNvPr id="95" name="Google Shape;95;p6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6"/>
            <p:cNvSpPr/>
            <p:nvPr/>
          </p:nvSpPr>
          <p:spPr>
            <a:xfrm flipH="1" rot="-9880295">
              <a:off x="-863626" y="4019806"/>
              <a:ext cx="2249342" cy="1844701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6"/>
          <p:cNvGrpSpPr/>
          <p:nvPr/>
        </p:nvGrpSpPr>
        <p:grpSpPr>
          <a:xfrm>
            <a:off x="464702" y="228750"/>
            <a:ext cx="8566648" cy="4346120"/>
            <a:chOff x="464702" y="228750"/>
            <a:chExt cx="8566648" cy="4346120"/>
          </a:xfrm>
        </p:grpSpPr>
        <p:sp>
          <p:nvSpPr>
            <p:cNvPr id="98" name="Google Shape;98;p6"/>
            <p:cNvSpPr/>
            <p:nvPr/>
          </p:nvSpPr>
          <p:spPr>
            <a:xfrm>
              <a:off x="464702" y="42524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8579627" y="6953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8846775" y="2287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6"/>
          <p:cNvGrpSpPr/>
          <p:nvPr/>
        </p:nvGrpSpPr>
        <p:grpSpPr>
          <a:xfrm>
            <a:off x="-367865" y="3675387"/>
            <a:ext cx="1793863" cy="1346198"/>
            <a:chOff x="-367865" y="3675387"/>
            <a:chExt cx="1793863" cy="1346198"/>
          </a:xfrm>
        </p:grpSpPr>
        <p:grpSp>
          <p:nvGrpSpPr>
            <p:cNvPr id="102" name="Google Shape;102;p6"/>
            <p:cNvGrpSpPr/>
            <p:nvPr/>
          </p:nvGrpSpPr>
          <p:grpSpPr>
            <a:xfrm>
              <a:off x="791375" y="4574865"/>
              <a:ext cx="634624" cy="446720"/>
              <a:chOff x="3622711" y="1331469"/>
              <a:chExt cx="959226" cy="675313"/>
            </a:xfrm>
          </p:grpSpPr>
          <p:sp>
            <p:nvSpPr>
              <p:cNvPr id="103" name="Google Shape;103;p6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6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6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6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6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6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6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6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6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6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6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6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8" name="Google Shape;118;p6"/>
            <p:cNvGrpSpPr/>
            <p:nvPr/>
          </p:nvGrpSpPr>
          <p:grpSpPr>
            <a:xfrm>
              <a:off x="-367865" y="3675387"/>
              <a:ext cx="676370" cy="1142272"/>
              <a:chOff x="2757910" y="1240337"/>
              <a:chExt cx="676370" cy="1142272"/>
            </a:xfrm>
          </p:grpSpPr>
          <p:sp>
            <p:nvSpPr>
              <p:cNvPr id="119" name="Google Shape;119;p6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rect b="b" l="l" r="r" t="t"/>
                <a:pathLst>
                  <a:path extrusionOk="0" h="996" w="774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6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rect b="b" l="l" r="r" t="t"/>
                <a:pathLst>
                  <a:path extrusionOk="0" h="238" w="335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6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rect b="b" l="l" r="r" t="t"/>
                <a:pathLst>
                  <a:path extrusionOk="0" h="422" w="369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6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rect b="b" l="l" r="r" t="t"/>
                <a:pathLst>
                  <a:path extrusionOk="0" h="369" w="348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6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6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rect b="b" l="l" r="r" t="t"/>
                <a:pathLst>
                  <a:path extrusionOk="0" h="47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6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6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rect b="b" l="l" r="r" t="t"/>
                <a:pathLst>
                  <a:path extrusionOk="0" h="87" w="17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"/>
          <p:cNvSpPr txBox="1"/>
          <p:nvPr>
            <p:ph type="title"/>
          </p:nvPr>
        </p:nvSpPr>
        <p:spPr>
          <a:xfrm>
            <a:off x="720000" y="445025"/>
            <a:ext cx="4360200" cy="101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" name="Google Shape;129;p7"/>
          <p:cNvSpPr txBox="1"/>
          <p:nvPr>
            <p:ph idx="1" type="subTitle"/>
          </p:nvPr>
        </p:nvSpPr>
        <p:spPr>
          <a:xfrm>
            <a:off x="720000" y="1700300"/>
            <a:ext cx="4360200" cy="29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30" name="Google Shape;130;p7"/>
          <p:cNvSpPr/>
          <p:nvPr>
            <p:ph idx="2" type="pic"/>
          </p:nvPr>
        </p:nvSpPr>
        <p:spPr>
          <a:xfrm>
            <a:off x="5287787" y="1164750"/>
            <a:ext cx="2702100" cy="31452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grpSp>
        <p:nvGrpSpPr>
          <p:cNvPr id="131" name="Google Shape;131;p7"/>
          <p:cNvGrpSpPr/>
          <p:nvPr/>
        </p:nvGrpSpPr>
        <p:grpSpPr>
          <a:xfrm>
            <a:off x="-1074892" y="-1954336"/>
            <a:ext cx="11396924" cy="8184515"/>
            <a:chOff x="-1074892" y="-1954336"/>
            <a:chExt cx="11396924" cy="8184515"/>
          </a:xfrm>
        </p:grpSpPr>
        <p:sp>
          <p:nvSpPr>
            <p:cNvPr id="132" name="Google Shape;132;p7"/>
            <p:cNvSpPr/>
            <p:nvPr/>
          </p:nvSpPr>
          <p:spPr>
            <a:xfrm rot="-9487761">
              <a:off x="6881307" y="-1464727"/>
              <a:ext cx="3098926" cy="2433851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p7"/>
            <p:cNvSpPr/>
            <p:nvPr/>
          </p:nvSpPr>
          <p:spPr>
            <a:xfrm flipH="1" rot="-9880295">
              <a:off x="-871076" y="4120981"/>
              <a:ext cx="2249342" cy="1844701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p7"/>
          <p:cNvGrpSpPr/>
          <p:nvPr/>
        </p:nvGrpSpPr>
        <p:grpSpPr>
          <a:xfrm>
            <a:off x="7702991" y="236579"/>
            <a:ext cx="1713523" cy="1256858"/>
            <a:chOff x="7702991" y="236579"/>
            <a:chExt cx="1713523" cy="1256858"/>
          </a:xfrm>
        </p:grpSpPr>
        <p:grpSp>
          <p:nvGrpSpPr>
            <p:cNvPr id="135" name="Google Shape;135;p7"/>
            <p:cNvGrpSpPr/>
            <p:nvPr/>
          </p:nvGrpSpPr>
          <p:grpSpPr>
            <a:xfrm>
              <a:off x="7702991" y="236579"/>
              <a:ext cx="428274" cy="605851"/>
              <a:chOff x="6000261" y="1225220"/>
              <a:chExt cx="627600" cy="887824"/>
            </a:xfrm>
          </p:grpSpPr>
          <p:sp>
            <p:nvSpPr>
              <p:cNvPr id="136" name="Google Shape;136;p7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7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7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7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" name="Google Shape;149;p7"/>
            <p:cNvGrpSpPr/>
            <p:nvPr/>
          </p:nvGrpSpPr>
          <p:grpSpPr>
            <a:xfrm rot="-2376894">
              <a:off x="8771628" y="712393"/>
              <a:ext cx="471966" cy="712375"/>
              <a:chOff x="2047101" y="2145599"/>
              <a:chExt cx="407553" cy="615151"/>
            </a:xfrm>
          </p:grpSpPr>
          <p:sp>
            <p:nvSpPr>
              <p:cNvPr id="150" name="Google Shape;150;p7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rect b="b" l="l" r="r" t="t"/>
                <a:pathLst>
                  <a:path extrusionOk="0" h="1325" w="879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rect b="b" l="l" r="r" t="t"/>
                <a:pathLst>
                  <a:path extrusionOk="0" h="439" w="879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rect b="b" l="l" r="r" t="t"/>
                <a:pathLst>
                  <a:path extrusionOk="0" h="170" w="384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rect b="b" l="l" r="r" t="t"/>
                <a:pathLst>
                  <a:path extrusionOk="0" h="170" w="248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" name="Google Shape;158;p7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7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" name="Google Shape;160;p7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7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" name="Google Shape;169;p7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" name="Google Shape;170;p7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rect b="b" l="l" r="r" t="t"/>
                <a:pathLst>
                  <a:path extrusionOk="0" h="106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" name="Google Shape;171;p7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7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7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rect b="b" l="l" r="r" t="t"/>
                <a:pathLst>
                  <a:path extrusionOk="0" h="247" w="156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7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7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7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7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7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7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rect b="b" l="l" r="r" t="t"/>
                <a:pathLst>
                  <a:path extrusionOk="0" h="58" w="261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0" name="Google Shape;180;p7"/>
          <p:cNvGrpSpPr/>
          <p:nvPr/>
        </p:nvGrpSpPr>
        <p:grpSpPr>
          <a:xfrm>
            <a:off x="90252" y="352520"/>
            <a:ext cx="8548512" cy="4482580"/>
            <a:chOff x="90252" y="352520"/>
            <a:chExt cx="8548512" cy="4482580"/>
          </a:xfrm>
        </p:grpSpPr>
        <p:sp>
          <p:nvSpPr>
            <p:cNvPr id="181" name="Google Shape;181;p7"/>
            <p:cNvSpPr/>
            <p:nvPr/>
          </p:nvSpPr>
          <p:spPr>
            <a:xfrm>
              <a:off x="8312089" y="3525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90252" y="40430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16925" y="46529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8"/>
          <p:cNvGrpSpPr/>
          <p:nvPr/>
        </p:nvGrpSpPr>
        <p:grpSpPr>
          <a:xfrm>
            <a:off x="-2012189" y="-3008195"/>
            <a:ext cx="13291278" cy="10373236"/>
            <a:chOff x="-2012189" y="-3008195"/>
            <a:chExt cx="13291278" cy="10373236"/>
          </a:xfrm>
        </p:grpSpPr>
        <p:sp>
          <p:nvSpPr>
            <p:cNvPr id="186" name="Google Shape;186;p8"/>
            <p:cNvSpPr/>
            <p:nvPr/>
          </p:nvSpPr>
          <p:spPr>
            <a:xfrm rot="-7883097">
              <a:off x="5052852" y="1477342"/>
              <a:ext cx="5631856" cy="4125620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8"/>
            <p:cNvSpPr/>
            <p:nvPr/>
          </p:nvSpPr>
          <p:spPr>
            <a:xfrm rot="-8306489">
              <a:off x="808757" y="-2235647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8"/>
            <p:cNvSpPr/>
            <p:nvPr/>
          </p:nvSpPr>
          <p:spPr>
            <a:xfrm rot="-2526298">
              <a:off x="-1507395" y="3898776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8"/>
          <p:cNvSpPr txBox="1"/>
          <p:nvPr>
            <p:ph type="title"/>
          </p:nvPr>
        </p:nvSpPr>
        <p:spPr>
          <a:xfrm>
            <a:off x="713225" y="1655325"/>
            <a:ext cx="4919700" cy="19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2" name="Google Shape;192;p9"/>
          <p:cNvSpPr txBox="1"/>
          <p:nvPr>
            <p:ph idx="1" type="subTitle"/>
          </p:nvPr>
        </p:nvSpPr>
        <p:spPr>
          <a:xfrm>
            <a:off x="4731475" y="1538600"/>
            <a:ext cx="3699300" cy="27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9"/>
          <p:cNvSpPr txBox="1"/>
          <p:nvPr>
            <p:ph idx="2" type="subTitle"/>
          </p:nvPr>
        </p:nvSpPr>
        <p:spPr>
          <a:xfrm>
            <a:off x="872400" y="1538600"/>
            <a:ext cx="3699300" cy="27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4" name="Google Shape;194;p9"/>
          <p:cNvGrpSpPr/>
          <p:nvPr/>
        </p:nvGrpSpPr>
        <p:grpSpPr>
          <a:xfrm>
            <a:off x="-1003990" y="-1494873"/>
            <a:ext cx="12202257" cy="9246220"/>
            <a:chOff x="-1003990" y="-1494873"/>
            <a:chExt cx="12202257" cy="9246220"/>
          </a:xfrm>
        </p:grpSpPr>
        <p:sp>
          <p:nvSpPr>
            <p:cNvPr id="195" name="Google Shape;195;p9"/>
            <p:cNvSpPr/>
            <p:nvPr/>
          </p:nvSpPr>
          <p:spPr>
            <a:xfrm rot="-1862678">
              <a:off x="6571680" y="3713484"/>
              <a:ext cx="4091079" cy="3213076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9"/>
            <p:cNvSpPr/>
            <p:nvPr/>
          </p:nvSpPr>
          <p:spPr>
            <a:xfrm flipH="1" rot="-3988337">
              <a:off x="-833999" y="-1017772"/>
              <a:ext cx="2249730" cy="1845020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7" name="Google Shape;197;p9"/>
          <p:cNvGrpSpPr/>
          <p:nvPr/>
        </p:nvGrpSpPr>
        <p:grpSpPr>
          <a:xfrm>
            <a:off x="7726686" y="3223087"/>
            <a:ext cx="1740094" cy="1817570"/>
            <a:chOff x="7726686" y="3223087"/>
            <a:chExt cx="1740094" cy="1817570"/>
          </a:xfrm>
        </p:grpSpPr>
        <p:grpSp>
          <p:nvGrpSpPr>
            <p:cNvPr id="198" name="Google Shape;198;p9"/>
            <p:cNvGrpSpPr/>
            <p:nvPr/>
          </p:nvGrpSpPr>
          <p:grpSpPr>
            <a:xfrm>
              <a:off x="8790410" y="3223087"/>
              <a:ext cx="676370" cy="1142272"/>
              <a:chOff x="2757910" y="1240337"/>
              <a:chExt cx="676370" cy="1142272"/>
            </a:xfrm>
          </p:grpSpPr>
          <p:sp>
            <p:nvSpPr>
              <p:cNvPr id="199" name="Google Shape;199;p9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rect b="b" l="l" r="r" t="t"/>
                <a:pathLst>
                  <a:path extrusionOk="0" h="996" w="774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9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rect b="b" l="l" r="r" t="t"/>
                <a:pathLst>
                  <a:path extrusionOk="0" h="238" w="335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9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rect b="b" l="l" r="r" t="t"/>
                <a:pathLst>
                  <a:path extrusionOk="0" h="422" w="369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9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rect b="b" l="l" r="r" t="t"/>
                <a:pathLst>
                  <a:path extrusionOk="0" h="369" w="348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9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9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rect b="b" l="l" r="r" t="t"/>
                <a:pathLst>
                  <a:path extrusionOk="0" h="47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9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9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rect b="b" l="l" r="r" t="t"/>
                <a:pathLst>
                  <a:path extrusionOk="0" h="87" w="17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7" name="Google Shape;207;p9"/>
            <p:cNvGrpSpPr/>
            <p:nvPr/>
          </p:nvGrpSpPr>
          <p:grpSpPr>
            <a:xfrm>
              <a:off x="7726686" y="4365344"/>
              <a:ext cx="959226" cy="675313"/>
              <a:chOff x="3622711" y="1331469"/>
              <a:chExt cx="959226" cy="675313"/>
            </a:xfrm>
          </p:grpSpPr>
          <p:sp>
            <p:nvSpPr>
              <p:cNvPr id="208" name="Google Shape;208;p9"/>
              <p:cNvSpPr/>
              <p:nvPr/>
            </p:nvSpPr>
            <p:spPr>
              <a:xfrm>
                <a:off x="3622711" y="1331469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9"/>
              <p:cNvSpPr/>
              <p:nvPr/>
            </p:nvSpPr>
            <p:spPr>
              <a:xfrm>
                <a:off x="3728165" y="1367972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9"/>
              <p:cNvSpPr/>
              <p:nvPr/>
            </p:nvSpPr>
            <p:spPr>
              <a:xfrm>
                <a:off x="3963408" y="1513985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9"/>
              <p:cNvSpPr/>
              <p:nvPr/>
            </p:nvSpPr>
            <p:spPr>
              <a:xfrm>
                <a:off x="4083059" y="1597131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9"/>
              <p:cNvSpPr/>
              <p:nvPr/>
            </p:nvSpPr>
            <p:spPr>
              <a:xfrm>
                <a:off x="4208792" y="144503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9"/>
              <p:cNvSpPr/>
              <p:nvPr/>
            </p:nvSpPr>
            <p:spPr>
              <a:xfrm>
                <a:off x="4332497" y="1516013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9"/>
              <p:cNvSpPr/>
              <p:nvPr/>
            </p:nvSpPr>
            <p:spPr>
              <a:xfrm>
                <a:off x="4458231" y="1351748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9"/>
              <p:cNvSpPr/>
              <p:nvPr/>
            </p:nvSpPr>
            <p:spPr>
              <a:xfrm>
                <a:off x="3709914" y="167825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9"/>
              <p:cNvSpPr/>
              <p:nvPr/>
            </p:nvSpPr>
            <p:spPr>
              <a:xfrm>
                <a:off x="3701802" y="1765453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9"/>
              <p:cNvSpPr/>
              <p:nvPr/>
            </p:nvSpPr>
            <p:spPr>
              <a:xfrm>
                <a:off x="3825507" y="1694474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9"/>
              <p:cNvSpPr/>
              <p:nvPr/>
            </p:nvSpPr>
            <p:spPr>
              <a:xfrm>
                <a:off x="3947185" y="1621467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>
                <a:off x="4072918" y="1678250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" name="Google Shape;220;p9"/>
              <p:cNvSpPr/>
              <p:nvPr/>
            </p:nvSpPr>
            <p:spPr>
              <a:xfrm>
                <a:off x="4196624" y="1548460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9"/>
              <p:cNvSpPr/>
              <p:nvPr/>
            </p:nvSpPr>
            <p:spPr>
              <a:xfrm>
                <a:off x="4318302" y="1609299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" name="Google Shape;222;p9"/>
              <p:cNvSpPr/>
              <p:nvPr/>
            </p:nvSpPr>
            <p:spPr>
              <a:xfrm>
                <a:off x="4442007" y="1459230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" name="Google Shape;223;p9"/>
          <p:cNvGrpSpPr/>
          <p:nvPr/>
        </p:nvGrpSpPr>
        <p:grpSpPr>
          <a:xfrm>
            <a:off x="184075" y="23395"/>
            <a:ext cx="8461726" cy="4179175"/>
            <a:chOff x="184075" y="23395"/>
            <a:chExt cx="8461726" cy="4179175"/>
          </a:xfrm>
        </p:grpSpPr>
        <p:sp>
          <p:nvSpPr>
            <p:cNvPr id="224" name="Google Shape;224;p9"/>
            <p:cNvSpPr/>
            <p:nvPr/>
          </p:nvSpPr>
          <p:spPr>
            <a:xfrm>
              <a:off x="8319127" y="38801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9"/>
            <p:cNvSpPr/>
            <p:nvPr/>
          </p:nvSpPr>
          <p:spPr>
            <a:xfrm>
              <a:off x="614752" y="233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9"/>
            <p:cNvSpPr/>
            <p:nvPr/>
          </p:nvSpPr>
          <p:spPr>
            <a:xfrm>
              <a:off x="184075" y="4921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"/>
          <p:cNvSpPr/>
          <p:nvPr>
            <p:ph idx="2" type="pic"/>
          </p:nvPr>
        </p:nvSpPr>
        <p:spPr>
          <a:xfrm>
            <a:off x="1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229" name="Google Shape;229;p10"/>
          <p:cNvSpPr txBox="1"/>
          <p:nvPr>
            <p:ph type="title"/>
          </p:nvPr>
        </p:nvSpPr>
        <p:spPr>
          <a:xfrm>
            <a:off x="997050" y="4090650"/>
            <a:ext cx="7149900" cy="5727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11"/>
          <p:cNvGrpSpPr/>
          <p:nvPr/>
        </p:nvGrpSpPr>
        <p:grpSpPr>
          <a:xfrm>
            <a:off x="-2029214" y="-2389503"/>
            <a:ext cx="12217127" cy="9357900"/>
            <a:chOff x="-2029214" y="-2389503"/>
            <a:chExt cx="12217127" cy="9357900"/>
          </a:xfrm>
        </p:grpSpPr>
        <p:sp>
          <p:nvSpPr>
            <p:cNvPr id="232" name="Google Shape;232;p11"/>
            <p:cNvSpPr/>
            <p:nvPr/>
          </p:nvSpPr>
          <p:spPr>
            <a:xfrm rot="7128936">
              <a:off x="-1270089" y="14427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 rot="-8306489">
              <a:off x="6312332" y="-1616947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1"/>
            <p:cNvSpPr/>
            <p:nvPr/>
          </p:nvSpPr>
          <p:spPr>
            <a:xfrm rot="-2526298">
              <a:off x="-1524420" y="-1666024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1"/>
          <p:cNvSpPr txBox="1"/>
          <p:nvPr>
            <p:ph hasCustomPrompt="1" type="title"/>
          </p:nvPr>
        </p:nvSpPr>
        <p:spPr>
          <a:xfrm>
            <a:off x="5302675" y="2703800"/>
            <a:ext cx="3128100" cy="107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6" name="Google Shape;236;p11"/>
          <p:cNvSpPr txBox="1"/>
          <p:nvPr>
            <p:ph idx="1" type="subTitle"/>
          </p:nvPr>
        </p:nvSpPr>
        <p:spPr>
          <a:xfrm>
            <a:off x="5302675" y="3673475"/>
            <a:ext cx="3128100" cy="68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dk2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" name="Google Shape;239;p13"/>
          <p:cNvGrpSpPr/>
          <p:nvPr/>
        </p:nvGrpSpPr>
        <p:grpSpPr>
          <a:xfrm>
            <a:off x="-1203996" y="-1273080"/>
            <a:ext cx="11972579" cy="8563690"/>
            <a:chOff x="-1203996" y="-1273080"/>
            <a:chExt cx="11972579" cy="8563690"/>
          </a:xfrm>
        </p:grpSpPr>
        <p:sp>
          <p:nvSpPr>
            <p:cNvPr id="240" name="Google Shape;240;p13"/>
            <p:cNvSpPr/>
            <p:nvPr/>
          </p:nvSpPr>
          <p:spPr>
            <a:xfrm rot="-6823997">
              <a:off x="7481480" y="4165470"/>
              <a:ext cx="3098928" cy="2433855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3"/>
            <p:cNvSpPr/>
            <p:nvPr/>
          </p:nvSpPr>
          <p:spPr>
            <a:xfrm flipH="1" rot="-3948904">
              <a:off x="-1026291" y="-790996"/>
              <a:ext cx="2252181" cy="1847030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3" name="Google Shape;243;p13"/>
          <p:cNvSpPr txBox="1"/>
          <p:nvPr>
            <p:ph idx="1" type="subTitle"/>
          </p:nvPr>
        </p:nvSpPr>
        <p:spPr>
          <a:xfrm>
            <a:off x="882150" y="2858089"/>
            <a:ext cx="23592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3"/>
          <p:cNvSpPr txBox="1"/>
          <p:nvPr>
            <p:ph idx="2" type="subTitle"/>
          </p:nvPr>
        </p:nvSpPr>
        <p:spPr>
          <a:xfrm>
            <a:off x="3393754" y="2858089"/>
            <a:ext cx="23565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13"/>
          <p:cNvSpPr txBox="1"/>
          <p:nvPr>
            <p:ph idx="3" type="subTitle"/>
          </p:nvPr>
        </p:nvSpPr>
        <p:spPr>
          <a:xfrm>
            <a:off x="5902646" y="2858087"/>
            <a:ext cx="23592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idx="4" type="subTitle"/>
          </p:nvPr>
        </p:nvSpPr>
        <p:spPr>
          <a:xfrm>
            <a:off x="882150" y="2124063"/>
            <a:ext cx="23592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247" name="Google Shape;247;p13"/>
          <p:cNvSpPr txBox="1"/>
          <p:nvPr>
            <p:ph idx="5" type="subTitle"/>
          </p:nvPr>
        </p:nvSpPr>
        <p:spPr>
          <a:xfrm>
            <a:off x="3393757" y="2124063"/>
            <a:ext cx="23592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248" name="Google Shape;248;p13"/>
          <p:cNvSpPr txBox="1"/>
          <p:nvPr>
            <p:ph idx="6" type="subTitle"/>
          </p:nvPr>
        </p:nvSpPr>
        <p:spPr>
          <a:xfrm>
            <a:off x="5902639" y="2124063"/>
            <a:ext cx="23592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249" name="Google Shape;249;p13"/>
          <p:cNvGrpSpPr/>
          <p:nvPr/>
        </p:nvGrpSpPr>
        <p:grpSpPr>
          <a:xfrm>
            <a:off x="7469359" y="4220679"/>
            <a:ext cx="1246094" cy="1192058"/>
            <a:chOff x="7469359" y="4220679"/>
            <a:chExt cx="1246094" cy="1192058"/>
          </a:xfrm>
        </p:grpSpPr>
        <p:grpSp>
          <p:nvGrpSpPr>
            <p:cNvPr id="250" name="Google Shape;250;p13"/>
            <p:cNvGrpSpPr/>
            <p:nvPr/>
          </p:nvGrpSpPr>
          <p:grpSpPr>
            <a:xfrm>
              <a:off x="8287178" y="4220679"/>
              <a:ext cx="428274" cy="605851"/>
              <a:chOff x="6000261" y="1225220"/>
              <a:chExt cx="627600" cy="887824"/>
            </a:xfrm>
          </p:grpSpPr>
          <p:sp>
            <p:nvSpPr>
              <p:cNvPr id="251" name="Google Shape;251;p1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" name="Google Shape;252;p1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" name="Google Shape;253;p1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" name="Google Shape;255;p1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1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" name="Google Shape;262;p1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" name="Google Shape;263;p1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13"/>
            <p:cNvGrpSpPr/>
            <p:nvPr/>
          </p:nvGrpSpPr>
          <p:grpSpPr>
            <a:xfrm rot="-2376894">
              <a:off x="7642278" y="4631693"/>
              <a:ext cx="471966" cy="712375"/>
              <a:chOff x="2047101" y="2145599"/>
              <a:chExt cx="407553" cy="615151"/>
            </a:xfrm>
          </p:grpSpPr>
          <p:sp>
            <p:nvSpPr>
              <p:cNvPr id="265" name="Google Shape;265;p1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rect b="b" l="l" r="r" t="t"/>
                <a:pathLst>
                  <a:path extrusionOk="0" h="1325" w="879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rect b="b" l="l" r="r" t="t"/>
                <a:pathLst>
                  <a:path extrusionOk="0" h="439" w="879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8" name="Google Shape;268;p1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rect b="b" l="l" r="r" t="t"/>
                <a:pathLst>
                  <a:path extrusionOk="0" h="170" w="384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1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rect b="b" l="l" r="r" t="t"/>
                <a:pathLst>
                  <a:path extrusionOk="0" h="170" w="248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" name="Google Shape;270;p1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1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rect b="b" l="l" r="r" t="t"/>
                <a:pathLst>
                  <a:path extrusionOk="0" h="106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rect b="b" l="l" r="r" t="t"/>
                <a:pathLst>
                  <a:path extrusionOk="0" h="247" w="156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rect b="b" l="l" r="r" t="t"/>
                <a:pathLst>
                  <a:path extrusionOk="0" h="58" w="261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5" name="Google Shape;295;p13"/>
          <p:cNvGrpSpPr/>
          <p:nvPr/>
        </p:nvGrpSpPr>
        <p:grpSpPr>
          <a:xfrm>
            <a:off x="161952" y="170375"/>
            <a:ext cx="8831737" cy="3874120"/>
            <a:chOff x="161952" y="170375"/>
            <a:chExt cx="8831737" cy="3874120"/>
          </a:xfrm>
        </p:grpSpPr>
        <p:sp>
          <p:nvSpPr>
            <p:cNvPr id="296" name="Google Shape;296;p13"/>
            <p:cNvSpPr/>
            <p:nvPr/>
          </p:nvSpPr>
          <p:spPr>
            <a:xfrm>
              <a:off x="8667014" y="37220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3"/>
            <p:cNvSpPr/>
            <p:nvPr/>
          </p:nvSpPr>
          <p:spPr>
            <a:xfrm>
              <a:off x="161952" y="7759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3"/>
            <p:cNvSpPr/>
            <p:nvPr/>
          </p:nvSpPr>
          <p:spPr>
            <a:xfrm>
              <a:off x="396450" y="170375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1" name="Google Shape;301;p14"/>
          <p:cNvSpPr txBox="1"/>
          <p:nvPr>
            <p:ph idx="1" type="subTitle"/>
          </p:nvPr>
        </p:nvSpPr>
        <p:spPr>
          <a:xfrm>
            <a:off x="1524375" y="2060193"/>
            <a:ext cx="295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2" name="Google Shape;302;p14"/>
          <p:cNvSpPr txBox="1"/>
          <p:nvPr>
            <p:ph idx="2" type="subTitle"/>
          </p:nvPr>
        </p:nvSpPr>
        <p:spPr>
          <a:xfrm>
            <a:off x="5419075" y="2060193"/>
            <a:ext cx="295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14"/>
          <p:cNvSpPr txBox="1"/>
          <p:nvPr>
            <p:ph idx="3" type="subTitle"/>
          </p:nvPr>
        </p:nvSpPr>
        <p:spPr>
          <a:xfrm>
            <a:off x="1524375" y="3717175"/>
            <a:ext cx="295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14"/>
          <p:cNvSpPr txBox="1"/>
          <p:nvPr>
            <p:ph idx="4" type="subTitle"/>
          </p:nvPr>
        </p:nvSpPr>
        <p:spPr>
          <a:xfrm>
            <a:off x="5419075" y="3717175"/>
            <a:ext cx="295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4"/>
          <p:cNvSpPr txBox="1"/>
          <p:nvPr>
            <p:ph hasCustomPrompt="1" idx="5" type="title"/>
          </p:nvPr>
        </p:nvSpPr>
        <p:spPr>
          <a:xfrm>
            <a:off x="859275" y="1424275"/>
            <a:ext cx="6675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6" name="Google Shape;306;p14"/>
          <p:cNvSpPr txBox="1"/>
          <p:nvPr>
            <p:ph hasCustomPrompt="1" idx="6" type="title"/>
          </p:nvPr>
        </p:nvSpPr>
        <p:spPr>
          <a:xfrm>
            <a:off x="859275" y="3080674"/>
            <a:ext cx="6675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7" name="Google Shape;307;p14"/>
          <p:cNvSpPr txBox="1"/>
          <p:nvPr>
            <p:ph hasCustomPrompt="1" idx="7" type="title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8" name="Google Shape;308;p14"/>
          <p:cNvSpPr txBox="1"/>
          <p:nvPr>
            <p:ph hasCustomPrompt="1" idx="8" type="title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09" name="Google Shape;309;p14"/>
          <p:cNvSpPr txBox="1"/>
          <p:nvPr>
            <p:ph idx="9" type="subTitle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3" type="subTitle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14" type="subTitle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15" type="subTitle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313" name="Google Shape;313;p14"/>
          <p:cNvGrpSpPr/>
          <p:nvPr/>
        </p:nvGrpSpPr>
        <p:grpSpPr>
          <a:xfrm>
            <a:off x="-1037742" y="-2235586"/>
            <a:ext cx="11304662" cy="8284665"/>
            <a:chOff x="-1037742" y="-2235586"/>
            <a:chExt cx="11304662" cy="8284665"/>
          </a:xfrm>
        </p:grpSpPr>
        <p:sp>
          <p:nvSpPr>
            <p:cNvPr id="314" name="Google Shape;314;p14"/>
            <p:cNvSpPr/>
            <p:nvPr/>
          </p:nvSpPr>
          <p:spPr>
            <a:xfrm rot="-9487761">
              <a:off x="6826194" y="-1745977"/>
              <a:ext cx="3098926" cy="2433851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 flipH="1" rot="-9880295">
              <a:off x="-833926" y="3939881"/>
              <a:ext cx="2249342" cy="1844701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-49429" y="3983121"/>
            <a:ext cx="1527509" cy="1332112"/>
            <a:chOff x="-49429" y="3983121"/>
            <a:chExt cx="1527509" cy="1332112"/>
          </a:xfrm>
        </p:grpSpPr>
        <p:grpSp>
          <p:nvGrpSpPr>
            <p:cNvPr id="317" name="Google Shape;317;p14"/>
            <p:cNvGrpSpPr/>
            <p:nvPr/>
          </p:nvGrpSpPr>
          <p:grpSpPr>
            <a:xfrm>
              <a:off x="840880" y="4718150"/>
              <a:ext cx="637200" cy="597084"/>
              <a:chOff x="1932280" y="1331475"/>
              <a:chExt cx="637200" cy="597084"/>
            </a:xfrm>
          </p:grpSpPr>
          <p:sp>
            <p:nvSpPr>
              <p:cNvPr id="318" name="Google Shape;318;p14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14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14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14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4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14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14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14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14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14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4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14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0" name="Google Shape;330;p14"/>
            <p:cNvGrpSpPr/>
            <p:nvPr/>
          </p:nvGrpSpPr>
          <p:grpSpPr>
            <a:xfrm>
              <a:off x="-49429" y="3983121"/>
              <a:ext cx="588491" cy="951052"/>
              <a:chOff x="1062996" y="1340396"/>
              <a:chExt cx="588491" cy="951052"/>
            </a:xfrm>
          </p:grpSpPr>
          <p:sp>
            <p:nvSpPr>
              <p:cNvPr id="331" name="Google Shape;331;p14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14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14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14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14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14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14"/>
          <p:cNvGrpSpPr/>
          <p:nvPr/>
        </p:nvGrpSpPr>
        <p:grpSpPr>
          <a:xfrm>
            <a:off x="393327" y="100000"/>
            <a:ext cx="8498675" cy="4378045"/>
            <a:chOff x="393327" y="100000"/>
            <a:chExt cx="8498675" cy="4378045"/>
          </a:xfrm>
        </p:grpSpPr>
        <p:sp>
          <p:nvSpPr>
            <p:cNvPr id="338" name="Google Shape;338;p14"/>
            <p:cNvSpPr/>
            <p:nvPr/>
          </p:nvSpPr>
          <p:spPr>
            <a:xfrm>
              <a:off x="393327" y="415564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8565327" y="3782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8246200" y="1000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15"/>
          <p:cNvSpPr txBox="1"/>
          <p:nvPr>
            <p:ph idx="1" type="subTitle"/>
          </p:nvPr>
        </p:nvSpPr>
        <p:spPr>
          <a:xfrm>
            <a:off x="772413" y="1931324"/>
            <a:ext cx="25329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4" name="Google Shape;344;p15"/>
          <p:cNvSpPr txBox="1"/>
          <p:nvPr>
            <p:ph idx="2" type="subTitle"/>
          </p:nvPr>
        </p:nvSpPr>
        <p:spPr>
          <a:xfrm>
            <a:off x="3304713" y="1931324"/>
            <a:ext cx="25329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15"/>
          <p:cNvSpPr txBox="1"/>
          <p:nvPr>
            <p:ph idx="3" type="subTitle"/>
          </p:nvPr>
        </p:nvSpPr>
        <p:spPr>
          <a:xfrm>
            <a:off x="772413" y="3641600"/>
            <a:ext cx="25323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15"/>
          <p:cNvSpPr txBox="1"/>
          <p:nvPr>
            <p:ph idx="4" type="subTitle"/>
          </p:nvPr>
        </p:nvSpPr>
        <p:spPr>
          <a:xfrm>
            <a:off x="3304713" y="3641600"/>
            <a:ext cx="25329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7" name="Google Shape;347;p15"/>
          <p:cNvSpPr txBox="1"/>
          <p:nvPr>
            <p:ph idx="5" type="subTitle"/>
          </p:nvPr>
        </p:nvSpPr>
        <p:spPr>
          <a:xfrm>
            <a:off x="5837613" y="1931325"/>
            <a:ext cx="25329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15"/>
          <p:cNvSpPr txBox="1"/>
          <p:nvPr>
            <p:ph idx="6" type="subTitle"/>
          </p:nvPr>
        </p:nvSpPr>
        <p:spPr>
          <a:xfrm>
            <a:off x="5837613" y="3641600"/>
            <a:ext cx="25329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15"/>
          <p:cNvSpPr txBox="1"/>
          <p:nvPr>
            <p:ph idx="7" type="subTitle"/>
          </p:nvPr>
        </p:nvSpPr>
        <p:spPr>
          <a:xfrm>
            <a:off x="773528" y="1248100"/>
            <a:ext cx="25329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50" name="Google Shape;350;p15"/>
          <p:cNvSpPr txBox="1"/>
          <p:nvPr>
            <p:ph idx="8" type="subTitle"/>
          </p:nvPr>
        </p:nvSpPr>
        <p:spPr>
          <a:xfrm>
            <a:off x="3305788" y="1248100"/>
            <a:ext cx="25329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51" name="Google Shape;351;p15"/>
          <p:cNvSpPr txBox="1"/>
          <p:nvPr>
            <p:ph idx="9" type="subTitle"/>
          </p:nvPr>
        </p:nvSpPr>
        <p:spPr>
          <a:xfrm>
            <a:off x="5838688" y="1248100"/>
            <a:ext cx="2532900" cy="81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52" name="Google Shape;352;p15"/>
          <p:cNvSpPr txBox="1"/>
          <p:nvPr>
            <p:ph idx="13" type="subTitle"/>
          </p:nvPr>
        </p:nvSpPr>
        <p:spPr>
          <a:xfrm>
            <a:off x="773528" y="3021152"/>
            <a:ext cx="2532900" cy="7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53" name="Google Shape;353;p15"/>
          <p:cNvSpPr txBox="1"/>
          <p:nvPr>
            <p:ph idx="14" type="subTitle"/>
          </p:nvPr>
        </p:nvSpPr>
        <p:spPr>
          <a:xfrm>
            <a:off x="3305788" y="3021152"/>
            <a:ext cx="2532900" cy="7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354" name="Google Shape;354;p15"/>
          <p:cNvSpPr txBox="1"/>
          <p:nvPr>
            <p:ph idx="15" type="subTitle"/>
          </p:nvPr>
        </p:nvSpPr>
        <p:spPr>
          <a:xfrm>
            <a:off x="5838688" y="3021152"/>
            <a:ext cx="2532900" cy="74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1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aloo 2 ExtraBold"/>
              <a:buNone/>
              <a:defRPr sz="2400"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grpSp>
        <p:nvGrpSpPr>
          <p:cNvPr id="355" name="Google Shape;355;p15"/>
          <p:cNvGrpSpPr/>
          <p:nvPr/>
        </p:nvGrpSpPr>
        <p:grpSpPr>
          <a:xfrm>
            <a:off x="-3041836" y="-2868272"/>
            <a:ext cx="13627869" cy="9901131"/>
            <a:chOff x="-3041836" y="-2868272"/>
            <a:chExt cx="13627869" cy="9901131"/>
          </a:xfrm>
        </p:grpSpPr>
        <p:sp>
          <p:nvSpPr>
            <p:cNvPr id="356" name="Google Shape;356;p15"/>
            <p:cNvSpPr/>
            <p:nvPr/>
          </p:nvSpPr>
          <p:spPr>
            <a:xfrm rot="-7886775">
              <a:off x="-2572901" y="-1962564"/>
              <a:ext cx="3742179" cy="2939049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15"/>
            <p:cNvSpPr/>
            <p:nvPr/>
          </p:nvSpPr>
          <p:spPr>
            <a:xfrm flipH="1" rot="7161465">
              <a:off x="7349081" y="3959289"/>
              <a:ext cx="2935948" cy="2407792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8" name="Google Shape;358;p15"/>
          <p:cNvGrpSpPr/>
          <p:nvPr/>
        </p:nvGrpSpPr>
        <p:grpSpPr>
          <a:xfrm>
            <a:off x="7855330" y="4035052"/>
            <a:ext cx="1716236" cy="991057"/>
            <a:chOff x="7855330" y="4035052"/>
            <a:chExt cx="1716236" cy="991057"/>
          </a:xfrm>
        </p:grpSpPr>
        <p:grpSp>
          <p:nvGrpSpPr>
            <p:cNvPr id="359" name="Google Shape;359;p15"/>
            <p:cNvGrpSpPr/>
            <p:nvPr/>
          </p:nvGrpSpPr>
          <p:grpSpPr>
            <a:xfrm>
              <a:off x="7855330" y="4429025"/>
              <a:ext cx="637200" cy="597084"/>
              <a:chOff x="1932280" y="1331475"/>
              <a:chExt cx="637200" cy="597084"/>
            </a:xfrm>
          </p:grpSpPr>
          <p:sp>
            <p:nvSpPr>
              <p:cNvPr id="360" name="Google Shape;360;p15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15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15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15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15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" name="Google Shape;367;p15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5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5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0" name="Google Shape;370;p15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2" name="Google Shape;372;p15"/>
            <p:cNvGrpSpPr/>
            <p:nvPr/>
          </p:nvGrpSpPr>
          <p:grpSpPr>
            <a:xfrm rot="4185065">
              <a:off x="8729342" y="4000165"/>
              <a:ext cx="588492" cy="951054"/>
              <a:chOff x="1062996" y="1340396"/>
              <a:chExt cx="588491" cy="951052"/>
            </a:xfrm>
          </p:grpSpPr>
          <p:sp>
            <p:nvSpPr>
              <p:cNvPr id="373" name="Google Shape;373;p15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4" name="Google Shape;374;p15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5" name="Google Shape;375;p15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6" name="Google Shape;376;p15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7" name="Google Shape;377;p15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8" name="Google Shape;378;p15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79" name="Google Shape;379;p15"/>
          <p:cNvGrpSpPr/>
          <p:nvPr/>
        </p:nvGrpSpPr>
        <p:grpSpPr>
          <a:xfrm>
            <a:off x="180827" y="137600"/>
            <a:ext cx="8684725" cy="4152370"/>
            <a:chOff x="180827" y="137600"/>
            <a:chExt cx="8684725" cy="4152370"/>
          </a:xfrm>
        </p:grpSpPr>
        <p:sp>
          <p:nvSpPr>
            <p:cNvPr id="380" name="Google Shape;380;p15"/>
            <p:cNvSpPr/>
            <p:nvPr/>
          </p:nvSpPr>
          <p:spPr>
            <a:xfrm>
              <a:off x="8538877" y="39675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180827" y="5394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713225" y="1376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1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5" name="Google Shape;385;p16"/>
          <p:cNvSpPr txBox="1"/>
          <p:nvPr>
            <p:ph idx="1" type="subTitle"/>
          </p:nvPr>
        </p:nvSpPr>
        <p:spPr>
          <a:xfrm>
            <a:off x="1846600" y="1065425"/>
            <a:ext cx="5005200" cy="32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/>
            </a:lvl9pPr>
          </a:lstStyle>
          <a:p/>
        </p:txBody>
      </p:sp>
      <p:grpSp>
        <p:nvGrpSpPr>
          <p:cNvPr id="386" name="Google Shape;386;p16"/>
          <p:cNvGrpSpPr/>
          <p:nvPr/>
        </p:nvGrpSpPr>
        <p:grpSpPr>
          <a:xfrm>
            <a:off x="-1612427" y="-1583794"/>
            <a:ext cx="13680176" cy="9527191"/>
            <a:chOff x="-1612427" y="-1583794"/>
            <a:chExt cx="13680176" cy="9527191"/>
          </a:xfrm>
        </p:grpSpPr>
        <p:sp>
          <p:nvSpPr>
            <p:cNvPr id="387" name="Google Shape;387;p16"/>
            <p:cNvSpPr/>
            <p:nvPr/>
          </p:nvSpPr>
          <p:spPr>
            <a:xfrm rot="7128936">
              <a:off x="6088123" y="24177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6"/>
            <p:cNvSpPr/>
            <p:nvPr/>
          </p:nvSpPr>
          <p:spPr>
            <a:xfrm rot="-2861827">
              <a:off x="-1306536" y="-871781"/>
              <a:ext cx="2847247" cy="2086224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9" name="Google Shape;389;p16"/>
          <p:cNvSpPr/>
          <p:nvPr/>
        </p:nvSpPr>
        <p:spPr>
          <a:xfrm>
            <a:off x="8558433" y="3047281"/>
            <a:ext cx="301600" cy="497575"/>
          </a:xfrm>
          <a:custGeom>
            <a:rect b="b" l="l" r="r" t="t"/>
            <a:pathLst>
              <a:path extrusionOk="0" h="447" w="271">
                <a:moveTo>
                  <a:pt x="271" y="234"/>
                </a:moveTo>
                <a:lnTo>
                  <a:pt x="135" y="0"/>
                </a:lnTo>
                <a:lnTo>
                  <a:pt x="0" y="234"/>
                </a:lnTo>
                <a:lnTo>
                  <a:pt x="69" y="234"/>
                </a:lnTo>
                <a:lnTo>
                  <a:pt x="69" y="447"/>
                </a:lnTo>
                <a:lnTo>
                  <a:pt x="201" y="447"/>
                </a:lnTo>
                <a:lnTo>
                  <a:pt x="201" y="234"/>
                </a:lnTo>
                <a:lnTo>
                  <a:pt x="271" y="23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0" name="Google Shape;390;p16"/>
          <p:cNvGrpSpPr/>
          <p:nvPr/>
        </p:nvGrpSpPr>
        <p:grpSpPr>
          <a:xfrm>
            <a:off x="201327" y="80250"/>
            <a:ext cx="405111" cy="812320"/>
            <a:chOff x="201327" y="80250"/>
            <a:chExt cx="405111" cy="812320"/>
          </a:xfrm>
        </p:grpSpPr>
        <p:sp>
          <p:nvSpPr>
            <p:cNvPr id="391" name="Google Shape;391;p16"/>
            <p:cNvSpPr/>
            <p:nvPr/>
          </p:nvSpPr>
          <p:spPr>
            <a:xfrm>
              <a:off x="201327" y="5701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6"/>
            <p:cNvSpPr/>
            <p:nvPr/>
          </p:nvSpPr>
          <p:spPr>
            <a:xfrm>
              <a:off x="421863" y="802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5" name="Google Shape;395;p17"/>
          <p:cNvSpPr txBox="1"/>
          <p:nvPr>
            <p:ph idx="1" type="subTitle"/>
          </p:nvPr>
        </p:nvSpPr>
        <p:spPr>
          <a:xfrm>
            <a:off x="720000" y="1074300"/>
            <a:ext cx="2214300" cy="3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8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98" name="Google Shape;398;p18"/>
          <p:cNvGrpSpPr/>
          <p:nvPr/>
        </p:nvGrpSpPr>
        <p:grpSpPr>
          <a:xfrm>
            <a:off x="-856733" y="-2184900"/>
            <a:ext cx="11910511" cy="8379762"/>
            <a:chOff x="-856733" y="-2184900"/>
            <a:chExt cx="11910511" cy="8379762"/>
          </a:xfrm>
        </p:grpSpPr>
        <p:sp>
          <p:nvSpPr>
            <p:cNvPr id="399" name="Google Shape;399;p18"/>
            <p:cNvSpPr/>
            <p:nvPr/>
          </p:nvSpPr>
          <p:spPr>
            <a:xfrm rot="-7341459">
              <a:off x="7305126" y="-1367050"/>
              <a:ext cx="3409980" cy="2678150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18"/>
            <p:cNvSpPr/>
            <p:nvPr/>
          </p:nvSpPr>
          <p:spPr>
            <a:xfrm flipH="1" rot="-10245665">
              <a:off x="-723336" y="4183034"/>
              <a:ext cx="2247692" cy="1843349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p18"/>
          <p:cNvGrpSpPr/>
          <p:nvPr/>
        </p:nvGrpSpPr>
        <p:grpSpPr>
          <a:xfrm>
            <a:off x="262777" y="161945"/>
            <a:ext cx="7433887" cy="4873205"/>
            <a:chOff x="262777" y="161945"/>
            <a:chExt cx="7433887" cy="4873205"/>
          </a:xfrm>
        </p:grpSpPr>
        <p:sp>
          <p:nvSpPr>
            <p:cNvPr id="402" name="Google Shape;402;p18"/>
            <p:cNvSpPr/>
            <p:nvPr/>
          </p:nvSpPr>
          <p:spPr>
            <a:xfrm>
              <a:off x="7369989" y="16194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18"/>
            <p:cNvSpPr/>
            <p:nvPr/>
          </p:nvSpPr>
          <p:spPr>
            <a:xfrm>
              <a:off x="262777" y="41400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18"/>
            <p:cNvSpPr/>
            <p:nvPr/>
          </p:nvSpPr>
          <p:spPr>
            <a:xfrm>
              <a:off x="811063" y="48530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5" name="Google Shape;405;p18"/>
          <p:cNvGrpSpPr/>
          <p:nvPr/>
        </p:nvGrpSpPr>
        <p:grpSpPr>
          <a:xfrm>
            <a:off x="7886574" y="231922"/>
            <a:ext cx="1018096" cy="1211385"/>
            <a:chOff x="7886574" y="231922"/>
            <a:chExt cx="1018096" cy="1211385"/>
          </a:xfrm>
        </p:grpSpPr>
        <p:grpSp>
          <p:nvGrpSpPr>
            <p:cNvPr id="406" name="Google Shape;406;p18"/>
            <p:cNvGrpSpPr/>
            <p:nvPr/>
          </p:nvGrpSpPr>
          <p:grpSpPr>
            <a:xfrm>
              <a:off x="8496964" y="1054809"/>
              <a:ext cx="407706" cy="388498"/>
              <a:chOff x="2884583" y="645291"/>
              <a:chExt cx="285089" cy="271696"/>
            </a:xfrm>
          </p:grpSpPr>
          <p:sp>
            <p:nvSpPr>
              <p:cNvPr id="407" name="Google Shape;407;p18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7886574" y="231922"/>
              <a:ext cx="951900" cy="615157"/>
              <a:chOff x="4838012" y="1361547"/>
              <a:chExt cx="951900" cy="615157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1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1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1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1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1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1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1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1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1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1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1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1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1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9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31" name="Google Shape;431;p19"/>
          <p:cNvGrpSpPr/>
          <p:nvPr/>
        </p:nvGrpSpPr>
        <p:grpSpPr>
          <a:xfrm>
            <a:off x="-2180385" y="-2351677"/>
            <a:ext cx="12725618" cy="9332031"/>
            <a:chOff x="-2180385" y="-2351677"/>
            <a:chExt cx="12725618" cy="9332031"/>
          </a:xfrm>
        </p:grpSpPr>
        <p:sp>
          <p:nvSpPr>
            <p:cNvPr id="432" name="Google Shape;432;p19"/>
            <p:cNvSpPr/>
            <p:nvPr/>
          </p:nvSpPr>
          <p:spPr>
            <a:xfrm rot="3702647">
              <a:off x="-1898200" y="-1554774"/>
              <a:ext cx="3409976" cy="2678147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9"/>
            <p:cNvSpPr/>
            <p:nvPr/>
          </p:nvSpPr>
          <p:spPr>
            <a:xfrm flipH="1" rot="6417430">
              <a:off x="7465596" y="3990147"/>
              <a:ext cx="2966740" cy="2433045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19"/>
          <p:cNvGrpSpPr/>
          <p:nvPr/>
        </p:nvGrpSpPr>
        <p:grpSpPr>
          <a:xfrm>
            <a:off x="202002" y="232075"/>
            <a:ext cx="8988910" cy="4783030"/>
            <a:chOff x="202002" y="232075"/>
            <a:chExt cx="8988910" cy="4783030"/>
          </a:xfrm>
        </p:grpSpPr>
        <p:grpSp>
          <p:nvGrpSpPr>
            <p:cNvPr id="435" name="Google Shape;435;p19"/>
            <p:cNvGrpSpPr/>
            <p:nvPr/>
          </p:nvGrpSpPr>
          <p:grpSpPr>
            <a:xfrm flipH="1">
              <a:off x="8602421" y="3830071"/>
              <a:ext cx="588491" cy="951052"/>
              <a:chOff x="1062996" y="1340396"/>
              <a:chExt cx="588491" cy="951052"/>
            </a:xfrm>
          </p:grpSpPr>
          <p:sp>
            <p:nvSpPr>
              <p:cNvPr id="436" name="Google Shape;436;p19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19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9"/>
            <p:cNvGrpSpPr/>
            <p:nvPr/>
          </p:nvGrpSpPr>
          <p:grpSpPr>
            <a:xfrm>
              <a:off x="202002" y="232075"/>
              <a:ext cx="8555437" cy="4783030"/>
              <a:chOff x="202002" y="232075"/>
              <a:chExt cx="8555437" cy="4783030"/>
            </a:xfrm>
          </p:grpSpPr>
          <p:sp>
            <p:nvSpPr>
              <p:cNvPr id="443" name="Google Shape;443;p19"/>
              <p:cNvSpPr/>
              <p:nvPr/>
            </p:nvSpPr>
            <p:spPr>
              <a:xfrm>
                <a:off x="8430764" y="3951070"/>
                <a:ext cx="326675" cy="32240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202002" y="805845"/>
                <a:ext cx="326675" cy="32240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528663" y="232075"/>
                <a:ext cx="184575" cy="182150"/>
              </a:xfrm>
              <a:custGeom>
                <a:rect b="b" l="l" r="r" t="t"/>
                <a:pathLst>
                  <a:path extrusionOk="0" h="823" w="835">
                    <a:moveTo>
                      <a:pt x="716" y="701"/>
                    </a:moveTo>
                    <a:cubicBezTo>
                      <a:pt x="746" y="669"/>
                      <a:pt x="771" y="634"/>
                      <a:pt x="791" y="594"/>
                    </a:cubicBezTo>
                    <a:cubicBezTo>
                      <a:pt x="791" y="593"/>
                      <a:pt x="791" y="593"/>
                      <a:pt x="791" y="593"/>
                    </a:cubicBezTo>
                    <a:cubicBezTo>
                      <a:pt x="729" y="563"/>
                      <a:pt x="729" y="563"/>
                      <a:pt x="729" y="563"/>
                    </a:cubicBezTo>
                    <a:cubicBezTo>
                      <a:pt x="745" y="529"/>
                      <a:pt x="755" y="494"/>
                      <a:pt x="760" y="459"/>
                    </a:cubicBezTo>
                    <a:cubicBezTo>
                      <a:pt x="829" y="469"/>
                      <a:pt x="829" y="469"/>
                      <a:pt x="829" y="469"/>
                    </a:cubicBezTo>
                    <a:cubicBezTo>
                      <a:pt x="835" y="426"/>
                      <a:pt x="835" y="382"/>
                      <a:pt x="827" y="339"/>
                    </a:cubicBezTo>
                    <a:cubicBezTo>
                      <a:pt x="758" y="351"/>
                      <a:pt x="758" y="351"/>
                      <a:pt x="758" y="351"/>
                    </a:cubicBezTo>
                    <a:cubicBezTo>
                      <a:pt x="752" y="315"/>
                      <a:pt x="740" y="281"/>
                      <a:pt x="723" y="249"/>
                    </a:cubicBezTo>
                    <a:cubicBezTo>
                      <a:pt x="785" y="216"/>
                      <a:pt x="785" y="216"/>
                      <a:pt x="785" y="216"/>
                    </a:cubicBezTo>
                    <a:cubicBezTo>
                      <a:pt x="764" y="177"/>
                      <a:pt x="738" y="143"/>
                      <a:pt x="706" y="112"/>
                    </a:cubicBezTo>
                    <a:cubicBezTo>
                      <a:pt x="658" y="163"/>
                      <a:pt x="658" y="163"/>
                      <a:pt x="658" y="163"/>
                    </a:cubicBezTo>
                    <a:cubicBezTo>
                      <a:pt x="633" y="138"/>
                      <a:pt x="603" y="117"/>
                      <a:pt x="570" y="101"/>
                    </a:cubicBezTo>
                    <a:cubicBezTo>
                      <a:pt x="569" y="101"/>
                      <a:pt x="569" y="101"/>
                      <a:pt x="569" y="101"/>
                    </a:cubicBezTo>
                    <a:cubicBezTo>
                      <a:pt x="600" y="38"/>
                      <a:pt x="600" y="38"/>
                      <a:pt x="600" y="38"/>
                    </a:cubicBezTo>
                    <a:cubicBezTo>
                      <a:pt x="561" y="19"/>
                      <a:pt x="519" y="6"/>
                      <a:pt x="476" y="0"/>
                    </a:cubicBezTo>
                    <a:cubicBezTo>
                      <a:pt x="466" y="69"/>
                      <a:pt x="466" y="69"/>
                      <a:pt x="466" y="69"/>
                    </a:cubicBezTo>
                    <a:cubicBezTo>
                      <a:pt x="430" y="64"/>
                      <a:pt x="393" y="65"/>
                      <a:pt x="358" y="71"/>
                    </a:cubicBezTo>
                    <a:cubicBezTo>
                      <a:pt x="346" y="2"/>
                      <a:pt x="346" y="2"/>
                      <a:pt x="346" y="2"/>
                    </a:cubicBezTo>
                    <a:cubicBezTo>
                      <a:pt x="303" y="10"/>
                      <a:pt x="261" y="24"/>
                      <a:pt x="223" y="44"/>
                    </a:cubicBezTo>
                    <a:cubicBezTo>
                      <a:pt x="256" y="106"/>
                      <a:pt x="256" y="106"/>
                      <a:pt x="256" y="106"/>
                    </a:cubicBezTo>
                    <a:cubicBezTo>
                      <a:pt x="224" y="123"/>
                      <a:pt x="195" y="145"/>
                      <a:pt x="169" y="171"/>
                    </a:cubicBezTo>
                    <a:cubicBezTo>
                      <a:pt x="119" y="122"/>
                      <a:pt x="119" y="122"/>
                      <a:pt x="119" y="122"/>
                    </a:cubicBezTo>
                    <a:cubicBezTo>
                      <a:pt x="89" y="153"/>
                      <a:pt x="64" y="189"/>
                      <a:pt x="45" y="228"/>
                    </a:cubicBezTo>
                    <a:cubicBezTo>
                      <a:pt x="44" y="229"/>
                      <a:pt x="44" y="229"/>
                      <a:pt x="44" y="229"/>
                    </a:cubicBezTo>
                    <a:cubicBezTo>
                      <a:pt x="107" y="259"/>
                      <a:pt x="107" y="259"/>
                      <a:pt x="107" y="259"/>
                    </a:cubicBezTo>
                    <a:cubicBezTo>
                      <a:pt x="91" y="293"/>
                      <a:pt x="80" y="328"/>
                      <a:pt x="75" y="363"/>
                    </a:cubicBezTo>
                    <a:cubicBezTo>
                      <a:pt x="6" y="353"/>
                      <a:pt x="6" y="353"/>
                      <a:pt x="6" y="353"/>
                    </a:cubicBezTo>
                    <a:cubicBezTo>
                      <a:pt x="0" y="396"/>
                      <a:pt x="1" y="440"/>
                      <a:pt x="8" y="483"/>
                    </a:cubicBezTo>
                    <a:cubicBezTo>
                      <a:pt x="77" y="471"/>
                      <a:pt x="77" y="471"/>
                      <a:pt x="77" y="471"/>
                    </a:cubicBezTo>
                    <a:cubicBezTo>
                      <a:pt x="84" y="507"/>
                      <a:pt x="95" y="541"/>
                      <a:pt x="112" y="573"/>
                    </a:cubicBezTo>
                    <a:cubicBezTo>
                      <a:pt x="50" y="606"/>
                      <a:pt x="50" y="606"/>
                      <a:pt x="50" y="606"/>
                    </a:cubicBezTo>
                    <a:cubicBezTo>
                      <a:pt x="71" y="644"/>
                      <a:pt x="97" y="679"/>
                      <a:pt x="128" y="710"/>
                    </a:cubicBezTo>
                    <a:cubicBezTo>
                      <a:pt x="177" y="660"/>
                      <a:pt x="177" y="660"/>
                      <a:pt x="177" y="660"/>
                    </a:cubicBezTo>
                    <a:cubicBezTo>
                      <a:pt x="202" y="684"/>
                      <a:pt x="232" y="705"/>
                      <a:pt x="265" y="722"/>
                    </a:cubicBezTo>
                    <a:cubicBezTo>
                      <a:pt x="266" y="722"/>
                      <a:pt x="266" y="722"/>
                      <a:pt x="266" y="722"/>
                    </a:cubicBezTo>
                    <a:cubicBezTo>
                      <a:pt x="235" y="784"/>
                      <a:pt x="235" y="784"/>
                      <a:pt x="235" y="784"/>
                    </a:cubicBezTo>
                    <a:cubicBezTo>
                      <a:pt x="274" y="804"/>
                      <a:pt x="316" y="817"/>
                      <a:pt x="359" y="823"/>
                    </a:cubicBezTo>
                    <a:cubicBezTo>
                      <a:pt x="369" y="754"/>
                      <a:pt x="369" y="754"/>
                      <a:pt x="369" y="754"/>
                    </a:cubicBezTo>
                    <a:cubicBezTo>
                      <a:pt x="405" y="759"/>
                      <a:pt x="442" y="758"/>
                      <a:pt x="477" y="752"/>
                    </a:cubicBezTo>
                    <a:cubicBezTo>
                      <a:pt x="489" y="821"/>
                      <a:pt x="489" y="821"/>
                      <a:pt x="489" y="821"/>
                    </a:cubicBezTo>
                    <a:cubicBezTo>
                      <a:pt x="532" y="813"/>
                      <a:pt x="573" y="799"/>
                      <a:pt x="612" y="779"/>
                    </a:cubicBezTo>
                    <a:cubicBezTo>
                      <a:pt x="579" y="717"/>
                      <a:pt x="579" y="717"/>
                      <a:pt x="579" y="717"/>
                    </a:cubicBezTo>
                    <a:cubicBezTo>
                      <a:pt x="611" y="700"/>
                      <a:pt x="640" y="678"/>
                      <a:pt x="666" y="652"/>
                    </a:cubicBezTo>
                    <a:lnTo>
                      <a:pt x="716" y="701"/>
                    </a:lnTo>
                    <a:close/>
                    <a:moveTo>
                      <a:pt x="337" y="575"/>
                    </a:moveTo>
                    <a:cubicBezTo>
                      <a:pt x="247" y="531"/>
                      <a:pt x="209" y="421"/>
                      <a:pt x="254" y="331"/>
                    </a:cubicBezTo>
                    <a:cubicBezTo>
                      <a:pt x="298" y="240"/>
                      <a:pt x="408" y="203"/>
                      <a:pt x="498" y="247"/>
                    </a:cubicBezTo>
                    <a:cubicBezTo>
                      <a:pt x="589" y="292"/>
                      <a:pt x="626" y="401"/>
                      <a:pt x="582" y="492"/>
                    </a:cubicBezTo>
                    <a:cubicBezTo>
                      <a:pt x="537" y="582"/>
                      <a:pt x="428" y="620"/>
                      <a:pt x="337" y="57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6" name="Google Shape;446;p19"/>
              <p:cNvGrpSpPr/>
              <p:nvPr/>
            </p:nvGrpSpPr>
            <p:grpSpPr>
              <a:xfrm>
                <a:off x="7775189" y="4529478"/>
                <a:ext cx="751918" cy="485627"/>
                <a:chOff x="2436192" y="2730596"/>
                <a:chExt cx="924300" cy="596960"/>
              </a:xfrm>
            </p:grpSpPr>
            <p:sp>
              <p:nvSpPr>
                <p:cNvPr id="447" name="Google Shape;447;p19"/>
                <p:cNvSpPr/>
                <p:nvPr/>
              </p:nvSpPr>
              <p:spPr>
                <a:xfrm>
                  <a:off x="2436192" y="2786955"/>
                  <a:ext cx="924300" cy="5406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9"/>
                <p:cNvSpPr/>
                <p:nvPr/>
              </p:nvSpPr>
              <p:spPr>
                <a:xfrm>
                  <a:off x="2436192" y="2730596"/>
                  <a:ext cx="924297" cy="56360"/>
                </a:xfrm>
                <a:custGeom>
                  <a:rect b="b" l="l" r="r" t="t"/>
                  <a:pathLst>
                    <a:path extrusionOk="0" h="153" w="2512">
                      <a:moveTo>
                        <a:pt x="2512" y="73"/>
                      </a:moveTo>
                      <a:cubicBezTo>
                        <a:pt x="2512" y="153"/>
                        <a:pt x="2512" y="153"/>
                        <a:pt x="2512" y="153"/>
                      </a:cubicBezTo>
                      <a:cubicBezTo>
                        <a:pt x="0" y="153"/>
                        <a:pt x="0" y="153"/>
                        <a:pt x="0" y="153"/>
                      </a:cubicBez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0" y="33"/>
                        <a:pt x="32" y="0"/>
                        <a:pt x="72" y="0"/>
                      </a:cubicBezTo>
                      <a:cubicBezTo>
                        <a:pt x="2440" y="0"/>
                        <a:pt x="2440" y="0"/>
                        <a:pt x="2440" y="0"/>
                      </a:cubicBezTo>
                      <a:cubicBezTo>
                        <a:pt x="2480" y="0"/>
                        <a:pt x="2512" y="33"/>
                        <a:pt x="2512" y="7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9" name="Google Shape;449;p19"/>
                <p:cNvSpPr/>
                <p:nvPr/>
              </p:nvSpPr>
              <p:spPr>
                <a:xfrm>
                  <a:off x="2461152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0" name="Google Shape;450;p19"/>
                <p:cNvSpPr/>
                <p:nvPr/>
              </p:nvSpPr>
              <p:spPr>
                <a:xfrm>
                  <a:off x="2500603" y="2745893"/>
                  <a:ext cx="261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9"/>
                <p:cNvSpPr/>
                <p:nvPr/>
              </p:nvSpPr>
              <p:spPr>
                <a:xfrm>
                  <a:off x="2540860" y="2745893"/>
                  <a:ext cx="25800" cy="25800"/>
                </a:xfrm>
                <a:prstGeom prst="ellipse">
                  <a:avLst/>
                </a:pr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9"/>
                <p:cNvSpPr/>
                <p:nvPr/>
              </p:nvSpPr>
              <p:spPr>
                <a:xfrm>
                  <a:off x="2481682" y="2858210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9"/>
                <p:cNvSpPr/>
                <p:nvPr/>
              </p:nvSpPr>
              <p:spPr>
                <a:xfrm>
                  <a:off x="2481682" y="2943152"/>
                  <a:ext cx="833700" cy="33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4" name="Google Shape;454;p19"/>
                <p:cNvSpPr/>
                <p:nvPr/>
              </p:nvSpPr>
              <p:spPr>
                <a:xfrm>
                  <a:off x="2481682" y="3028497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19"/>
                <p:cNvSpPr/>
                <p:nvPr/>
              </p:nvSpPr>
              <p:spPr>
                <a:xfrm>
                  <a:off x="2481682" y="3113439"/>
                  <a:ext cx="833700" cy="2700"/>
                </a:xfrm>
                <a:prstGeom prst="rect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6" name="Google Shape;456;p19"/>
                <p:cNvSpPr/>
                <p:nvPr/>
              </p:nvSpPr>
              <p:spPr>
                <a:xfrm>
                  <a:off x="2481682" y="2898467"/>
                  <a:ext cx="833718" cy="392507"/>
                </a:xfrm>
                <a:custGeom>
                  <a:rect b="b" l="l" r="r" t="t"/>
                  <a:pathLst>
                    <a:path extrusionOk="0" h="1067" w="2266">
                      <a:moveTo>
                        <a:pt x="0" y="232"/>
                      </a:moveTo>
                      <a:cubicBezTo>
                        <a:pt x="137" y="97"/>
                        <a:pt x="137" y="97"/>
                        <a:pt x="137" y="97"/>
                      </a:cubicBezTo>
                      <a:cubicBezTo>
                        <a:pt x="226" y="9"/>
                        <a:pt x="367" y="0"/>
                        <a:pt x="466" y="76"/>
                      </a:cubicBezTo>
                      <a:cubicBezTo>
                        <a:pt x="852" y="371"/>
                        <a:pt x="852" y="371"/>
                        <a:pt x="852" y="371"/>
                      </a:cubicBezTo>
                      <a:cubicBezTo>
                        <a:pt x="949" y="446"/>
                        <a:pt x="1085" y="440"/>
                        <a:pt x="1174" y="357"/>
                      </a:cubicBezTo>
                      <a:cubicBezTo>
                        <a:pt x="1235" y="302"/>
                        <a:pt x="1235" y="302"/>
                        <a:pt x="1235" y="302"/>
                      </a:cubicBezTo>
                      <a:cubicBezTo>
                        <a:pt x="1308" y="235"/>
                        <a:pt x="1413" y="217"/>
                        <a:pt x="1504" y="256"/>
                      </a:cubicBezTo>
                      <a:cubicBezTo>
                        <a:pt x="2266" y="584"/>
                        <a:pt x="2266" y="584"/>
                        <a:pt x="2266" y="584"/>
                      </a:cubicBezTo>
                      <a:cubicBezTo>
                        <a:pt x="2266" y="1067"/>
                        <a:pt x="2266" y="1067"/>
                        <a:pt x="2266" y="1067"/>
                      </a:cubicBezTo>
                      <a:cubicBezTo>
                        <a:pt x="0" y="1067"/>
                        <a:pt x="0" y="1067"/>
                        <a:pt x="0" y="1067"/>
                      </a:cubicBezTo>
                      <a:lnTo>
                        <a:pt x="0" y="23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7" name="Google Shape;457;p19"/>
                <p:cNvSpPr/>
                <p:nvPr/>
              </p:nvSpPr>
              <p:spPr>
                <a:xfrm>
                  <a:off x="2481682" y="2914972"/>
                  <a:ext cx="833718" cy="376001"/>
                </a:xfrm>
                <a:custGeom>
                  <a:rect b="b" l="l" r="r" t="t"/>
                  <a:pathLst>
                    <a:path extrusionOk="0" h="1022" w="2266">
                      <a:moveTo>
                        <a:pt x="0" y="1022"/>
                      </a:moveTo>
                      <a:cubicBezTo>
                        <a:pt x="371" y="590"/>
                        <a:pt x="371" y="590"/>
                        <a:pt x="371" y="590"/>
                      </a:cubicBezTo>
                      <a:cubicBezTo>
                        <a:pt x="468" y="477"/>
                        <a:pt x="643" y="473"/>
                        <a:pt x="745" y="582"/>
                      </a:cubicBezTo>
                      <a:cubicBezTo>
                        <a:pt x="840" y="683"/>
                        <a:pt x="998" y="688"/>
                        <a:pt x="1100" y="594"/>
                      </a:cubicBezTo>
                      <a:cubicBezTo>
                        <a:pt x="1634" y="99"/>
                        <a:pt x="1634" y="99"/>
                        <a:pt x="1634" y="99"/>
                      </a:cubicBezTo>
                      <a:cubicBezTo>
                        <a:pt x="1741" y="0"/>
                        <a:pt x="1909" y="12"/>
                        <a:pt x="2001" y="125"/>
                      </a:cubicBezTo>
                      <a:cubicBezTo>
                        <a:pt x="2266" y="453"/>
                        <a:pt x="2266" y="453"/>
                        <a:pt x="2266" y="453"/>
                      </a:cubicBezTo>
                      <a:cubicBezTo>
                        <a:pt x="2266" y="1022"/>
                        <a:pt x="2266" y="1022"/>
                        <a:pt x="2266" y="1022"/>
                      </a:cubicBezTo>
                      <a:lnTo>
                        <a:pt x="0" y="102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2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60" name="Google Shape;460;p20"/>
          <p:cNvGrpSpPr/>
          <p:nvPr/>
        </p:nvGrpSpPr>
        <p:grpSpPr>
          <a:xfrm>
            <a:off x="-2517947" y="-1893567"/>
            <a:ext cx="12903983" cy="8553763"/>
            <a:chOff x="-2517947" y="-1893567"/>
            <a:chExt cx="12903983" cy="8553763"/>
          </a:xfrm>
        </p:grpSpPr>
        <p:sp>
          <p:nvSpPr>
            <p:cNvPr id="461" name="Google Shape;461;p20"/>
            <p:cNvSpPr/>
            <p:nvPr/>
          </p:nvSpPr>
          <p:spPr>
            <a:xfrm rot="-8720805">
              <a:off x="-2100858" y="-1228400"/>
              <a:ext cx="3098928" cy="2433846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20"/>
            <p:cNvSpPr/>
            <p:nvPr/>
          </p:nvSpPr>
          <p:spPr>
            <a:xfrm flipH="1" rot="6952720">
              <a:off x="7556640" y="3956446"/>
              <a:ext cx="2602540" cy="2134362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3" name="Google Shape;463;p20"/>
          <p:cNvGrpSpPr/>
          <p:nvPr/>
        </p:nvGrpSpPr>
        <p:grpSpPr>
          <a:xfrm>
            <a:off x="118988" y="131820"/>
            <a:ext cx="8902251" cy="3784750"/>
            <a:chOff x="118988" y="131820"/>
            <a:chExt cx="8902251" cy="3784750"/>
          </a:xfrm>
        </p:grpSpPr>
        <p:sp>
          <p:nvSpPr>
            <p:cNvPr id="464" name="Google Shape;464;p20"/>
            <p:cNvSpPr/>
            <p:nvPr/>
          </p:nvSpPr>
          <p:spPr>
            <a:xfrm>
              <a:off x="8694564" y="359417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549877" y="131820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118988" y="66680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7" name="Google Shape;467;p20"/>
          <p:cNvGrpSpPr/>
          <p:nvPr/>
        </p:nvGrpSpPr>
        <p:grpSpPr>
          <a:xfrm>
            <a:off x="7778168" y="3892387"/>
            <a:ext cx="1513295" cy="1423687"/>
            <a:chOff x="7778168" y="3892387"/>
            <a:chExt cx="1513295" cy="1423687"/>
          </a:xfrm>
        </p:grpSpPr>
        <p:sp>
          <p:nvSpPr>
            <p:cNvPr id="468" name="Google Shape;468;p20"/>
            <p:cNvSpPr/>
            <p:nvPr/>
          </p:nvSpPr>
          <p:spPr>
            <a:xfrm>
              <a:off x="7778168" y="4557704"/>
              <a:ext cx="259260" cy="42763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9" name="Google Shape;469;p20"/>
            <p:cNvGrpSpPr/>
            <p:nvPr/>
          </p:nvGrpSpPr>
          <p:grpSpPr>
            <a:xfrm rot="-1568729">
              <a:off x="8162195" y="4038923"/>
              <a:ext cx="927622" cy="1130616"/>
              <a:chOff x="3622704" y="2258128"/>
              <a:chExt cx="751947" cy="916497"/>
            </a:xfrm>
          </p:grpSpPr>
          <p:sp>
            <p:nvSpPr>
              <p:cNvPr id="470" name="Google Shape;470;p20"/>
              <p:cNvSpPr/>
              <p:nvPr/>
            </p:nvSpPr>
            <p:spPr>
              <a:xfrm>
                <a:off x="3622704" y="2258128"/>
                <a:ext cx="751947" cy="916497"/>
              </a:xfrm>
              <a:custGeom>
                <a:rect b="b" l="l" r="r" t="t"/>
                <a:pathLst>
                  <a:path extrusionOk="0" h="958" w="786">
                    <a:moveTo>
                      <a:pt x="637" y="958"/>
                    </a:moveTo>
                    <a:lnTo>
                      <a:pt x="0" y="847"/>
                    </a:lnTo>
                    <a:lnTo>
                      <a:pt x="149" y="0"/>
                    </a:lnTo>
                    <a:lnTo>
                      <a:pt x="786" y="112"/>
                    </a:lnTo>
                    <a:lnTo>
                      <a:pt x="637" y="95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1" name="Google Shape;471;p20"/>
              <p:cNvSpPr/>
              <p:nvPr/>
            </p:nvSpPr>
            <p:spPr>
              <a:xfrm>
                <a:off x="3689671" y="23059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2" name="Google Shape;472;p20"/>
              <p:cNvSpPr/>
              <p:nvPr/>
            </p:nvSpPr>
            <p:spPr>
              <a:xfrm>
                <a:off x="3739418" y="26494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0"/>
              <p:cNvSpPr/>
              <p:nvPr/>
            </p:nvSpPr>
            <p:spPr>
              <a:xfrm>
                <a:off x="3739418" y="26934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0"/>
              <p:cNvSpPr/>
              <p:nvPr/>
            </p:nvSpPr>
            <p:spPr>
              <a:xfrm>
                <a:off x="3739418" y="27364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0"/>
              <p:cNvSpPr/>
              <p:nvPr/>
            </p:nvSpPr>
            <p:spPr>
              <a:xfrm>
                <a:off x="3739418" y="27804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0"/>
              <p:cNvSpPr/>
              <p:nvPr/>
            </p:nvSpPr>
            <p:spPr>
              <a:xfrm>
                <a:off x="3739418" y="28244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0"/>
              <p:cNvSpPr/>
              <p:nvPr/>
            </p:nvSpPr>
            <p:spPr>
              <a:xfrm>
                <a:off x="3737505" y="2387280"/>
                <a:ext cx="204600" cy="204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0"/>
              <p:cNvSpPr/>
              <p:nvPr/>
            </p:nvSpPr>
            <p:spPr>
              <a:xfrm>
                <a:off x="3726981" y="2377713"/>
                <a:ext cx="224819" cy="223862"/>
              </a:xfrm>
              <a:custGeom>
                <a:rect b="b" l="l" r="r" t="t"/>
                <a:pathLst>
                  <a:path extrusionOk="0" h="257" w="257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0"/>
              <p:cNvSpPr/>
              <p:nvPr/>
            </p:nvSpPr>
            <p:spPr>
              <a:xfrm>
                <a:off x="3774815" y="24255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0"/>
              <p:cNvSpPr/>
              <p:nvPr/>
            </p:nvSpPr>
            <p:spPr>
              <a:xfrm>
                <a:off x="3977630" y="23777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0"/>
              <p:cNvSpPr/>
              <p:nvPr/>
            </p:nvSpPr>
            <p:spPr>
              <a:xfrm>
                <a:off x="3977630" y="24217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0"/>
              <p:cNvSpPr/>
              <p:nvPr/>
            </p:nvSpPr>
            <p:spPr>
              <a:xfrm>
                <a:off x="3977630" y="24657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0"/>
              <p:cNvSpPr/>
              <p:nvPr/>
            </p:nvSpPr>
            <p:spPr>
              <a:xfrm>
                <a:off x="3977630" y="25097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4" name="Google Shape;484;p20"/>
              <p:cNvSpPr/>
              <p:nvPr/>
            </p:nvSpPr>
            <p:spPr>
              <a:xfrm>
                <a:off x="3977630" y="25546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5" name="Google Shape;485;p20"/>
              <p:cNvSpPr/>
              <p:nvPr/>
            </p:nvSpPr>
            <p:spPr>
              <a:xfrm>
                <a:off x="3850392" y="28847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>
                <a:off x="3850392" y="29086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0"/>
              <p:cNvSpPr/>
              <p:nvPr/>
            </p:nvSpPr>
            <p:spPr>
              <a:xfrm>
                <a:off x="3850392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0"/>
              <p:cNvSpPr/>
              <p:nvPr/>
            </p:nvSpPr>
            <p:spPr>
              <a:xfrm>
                <a:off x="3739418" y="28847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0"/>
              <p:cNvSpPr/>
              <p:nvPr/>
            </p:nvSpPr>
            <p:spPr>
              <a:xfrm>
                <a:off x="4159398" y="28847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0"/>
              <p:cNvSpPr/>
              <p:nvPr/>
            </p:nvSpPr>
            <p:spPr>
              <a:xfrm>
                <a:off x="4159398" y="29086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0"/>
              <p:cNvSpPr/>
              <p:nvPr/>
            </p:nvSpPr>
            <p:spPr>
              <a:xfrm>
                <a:off x="4159398" y="29325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0"/>
              <p:cNvSpPr/>
              <p:nvPr/>
            </p:nvSpPr>
            <p:spPr>
              <a:xfrm>
                <a:off x="4048424" y="28847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0"/>
              <p:cNvSpPr/>
              <p:nvPr/>
            </p:nvSpPr>
            <p:spPr>
              <a:xfrm>
                <a:off x="3850392" y="29966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0"/>
              <p:cNvSpPr/>
              <p:nvPr/>
            </p:nvSpPr>
            <p:spPr>
              <a:xfrm>
                <a:off x="3850392" y="30205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0"/>
              <p:cNvSpPr/>
              <p:nvPr/>
            </p:nvSpPr>
            <p:spPr>
              <a:xfrm>
                <a:off x="3850392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0"/>
              <p:cNvSpPr/>
              <p:nvPr/>
            </p:nvSpPr>
            <p:spPr>
              <a:xfrm>
                <a:off x="3739418" y="29966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0"/>
              <p:cNvSpPr/>
              <p:nvPr/>
            </p:nvSpPr>
            <p:spPr>
              <a:xfrm>
                <a:off x="4159398" y="29966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0"/>
              <p:cNvSpPr/>
              <p:nvPr/>
            </p:nvSpPr>
            <p:spPr>
              <a:xfrm>
                <a:off x="4159398" y="30205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0"/>
              <p:cNvSpPr/>
              <p:nvPr/>
            </p:nvSpPr>
            <p:spPr>
              <a:xfrm>
                <a:off x="4159398" y="30454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0"/>
              <p:cNvSpPr/>
              <p:nvPr/>
            </p:nvSpPr>
            <p:spPr>
              <a:xfrm>
                <a:off x="4048424" y="29966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21"/>
          <p:cNvGrpSpPr/>
          <p:nvPr/>
        </p:nvGrpSpPr>
        <p:grpSpPr>
          <a:xfrm>
            <a:off x="-1830171" y="-3026103"/>
            <a:ext cx="12553533" cy="10802628"/>
            <a:chOff x="-1830171" y="-3026103"/>
            <a:chExt cx="12553533" cy="10802628"/>
          </a:xfrm>
        </p:grpSpPr>
        <p:sp>
          <p:nvSpPr>
            <p:cNvPr id="503" name="Google Shape;503;p21"/>
            <p:cNvSpPr/>
            <p:nvPr/>
          </p:nvSpPr>
          <p:spPr>
            <a:xfrm rot="-8306489">
              <a:off x="-1335943" y="4230903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21"/>
            <p:cNvSpPr/>
            <p:nvPr/>
          </p:nvSpPr>
          <p:spPr>
            <a:xfrm rot="-2526298">
              <a:off x="3261380" y="-2302624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21"/>
            <p:cNvSpPr/>
            <p:nvPr/>
          </p:nvSpPr>
          <p:spPr>
            <a:xfrm rot="7128936">
              <a:off x="4743736" y="-769468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6" name="Google Shape;506;p21"/>
          <p:cNvSpPr txBox="1"/>
          <p:nvPr>
            <p:ph type="title"/>
          </p:nvPr>
        </p:nvSpPr>
        <p:spPr>
          <a:xfrm>
            <a:off x="713263" y="67752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7" name="Google Shape;507;p21"/>
          <p:cNvSpPr txBox="1"/>
          <p:nvPr>
            <p:ph idx="1" type="subTitle"/>
          </p:nvPr>
        </p:nvSpPr>
        <p:spPr>
          <a:xfrm>
            <a:off x="713225" y="1841450"/>
            <a:ext cx="4448100" cy="105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8" name="Google Shape;508;p21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b="1" sz="1200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22"/>
          <p:cNvGrpSpPr/>
          <p:nvPr/>
        </p:nvGrpSpPr>
        <p:grpSpPr>
          <a:xfrm>
            <a:off x="-2106233" y="-952769"/>
            <a:ext cx="12545486" cy="8509944"/>
            <a:chOff x="-2106233" y="-952769"/>
            <a:chExt cx="12545486" cy="8509944"/>
          </a:xfrm>
        </p:grpSpPr>
        <p:sp>
          <p:nvSpPr>
            <p:cNvPr id="511" name="Google Shape;511;p22"/>
            <p:cNvSpPr/>
            <p:nvPr/>
          </p:nvSpPr>
          <p:spPr>
            <a:xfrm flipH="1" rot="7341459">
              <a:off x="-1767562" y="4061175"/>
              <a:ext cx="3409980" cy="2678150"/>
            </a:xfrm>
            <a:custGeom>
              <a:rect b="b" l="l" r="r" t="t"/>
              <a:pathLst>
                <a:path extrusionOk="0" h="3197" w="4074">
                  <a:moveTo>
                    <a:pt x="3983" y="2497"/>
                  </a:moveTo>
                  <a:cubicBezTo>
                    <a:pt x="3980" y="2523"/>
                    <a:pt x="3975" y="2548"/>
                    <a:pt x="3968" y="2571"/>
                  </a:cubicBezTo>
                  <a:cubicBezTo>
                    <a:pt x="3966" y="2580"/>
                    <a:pt x="3964" y="2587"/>
                    <a:pt x="3962" y="2595"/>
                  </a:cubicBezTo>
                  <a:cubicBezTo>
                    <a:pt x="3771" y="3197"/>
                    <a:pt x="2600" y="3016"/>
                    <a:pt x="1861" y="2994"/>
                  </a:cubicBezTo>
                  <a:cubicBezTo>
                    <a:pt x="1433" y="2981"/>
                    <a:pt x="1481" y="3003"/>
                    <a:pt x="760" y="3052"/>
                  </a:cubicBezTo>
                  <a:cubicBezTo>
                    <a:pt x="197" y="3090"/>
                    <a:pt x="0" y="2833"/>
                    <a:pt x="22" y="2597"/>
                  </a:cubicBezTo>
                  <a:cubicBezTo>
                    <a:pt x="23" y="2587"/>
                    <a:pt x="24" y="2577"/>
                    <a:pt x="26" y="2568"/>
                  </a:cubicBezTo>
                  <a:cubicBezTo>
                    <a:pt x="36" y="2512"/>
                    <a:pt x="57" y="2458"/>
                    <a:pt x="89" y="2410"/>
                  </a:cubicBezTo>
                  <a:cubicBezTo>
                    <a:pt x="258" y="2153"/>
                    <a:pt x="362" y="2068"/>
                    <a:pt x="212" y="1184"/>
                  </a:cubicBezTo>
                  <a:cubicBezTo>
                    <a:pt x="61" y="301"/>
                    <a:pt x="599" y="342"/>
                    <a:pt x="1170" y="540"/>
                  </a:cubicBezTo>
                  <a:cubicBezTo>
                    <a:pt x="1742" y="737"/>
                    <a:pt x="2080" y="47"/>
                    <a:pt x="2797" y="24"/>
                  </a:cubicBezTo>
                  <a:cubicBezTo>
                    <a:pt x="3515" y="0"/>
                    <a:pt x="3528" y="537"/>
                    <a:pt x="3400" y="1116"/>
                  </a:cubicBezTo>
                  <a:cubicBezTo>
                    <a:pt x="3273" y="1695"/>
                    <a:pt x="4074" y="1779"/>
                    <a:pt x="3983" y="2497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22"/>
            <p:cNvSpPr/>
            <p:nvPr/>
          </p:nvSpPr>
          <p:spPr>
            <a:xfrm rot="10245665">
              <a:off x="8058163" y="-784291"/>
              <a:ext cx="2247692" cy="1843349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3" name="Google Shape;513;p22"/>
          <p:cNvGrpSpPr/>
          <p:nvPr/>
        </p:nvGrpSpPr>
        <p:grpSpPr>
          <a:xfrm>
            <a:off x="1087005" y="172450"/>
            <a:ext cx="7905012" cy="4753945"/>
            <a:chOff x="1087005" y="172450"/>
            <a:chExt cx="7905012" cy="4753945"/>
          </a:xfrm>
        </p:grpSpPr>
        <p:sp>
          <p:nvSpPr>
            <p:cNvPr id="514" name="Google Shape;514;p22"/>
            <p:cNvSpPr/>
            <p:nvPr/>
          </p:nvSpPr>
          <p:spPr>
            <a:xfrm flipH="1">
              <a:off x="1087005" y="46039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22"/>
            <p:cNvSpPr/>
            <p:nvPr/>
          </p:nvSpPr>
          <p:spPr>
            <a:xfrm flipH="1">
              <a:off x="8665343" y="770495"/>
              <a:ext cx="326675" cy="32240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22"/>
            <p:cNvSpPr/>
            <p:nvPr/>
          </p:nvSpPr>
          <p:spPr>
            <a:xfrm flipH="1">
              <a:off x="8430782" y="172450"/>
              <a:ext cx="184575" cy="18215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22"/>
          <p:cNvGrpSpPr/>
          <p:nvPr/>
        </p:nvGrpSpPr>
        <p:grpSpPr>
          <a:xfrm>
            <a:off x="-335165" y="3759862"/>
            <a:ext cx="1253120" cy="1142272"/>
            <a:chOff x="-335165" y="3759862"/>
            <a:chExt cx="1253120" cy="1142272"/>
          </a:xfrm>
        </p:grpSpPr>
        <p:grpSp>
          <p:nvGrpSpPr>
            <p:cNvPr id="518" name="Google Shape;518;p22"/>
            <p:cNvGrpSpPr/>
            <p:nvPr/>
          </p:nvGrpSpPr>
          <p:grpSpPr>
            <a:xfrm flipH="1">
              <a:off x="510249" y="4497559"/>
              <a:ext cx="407706" cy="388498"/>
              <a:chOff x="2884583" y="645291"/>
              <a:chExt cx="285089" cy="271696"/>
            </a:xfrm>
          </p:grpSpPr>
          <p:sp>
            <p:nvSpPr>
              <p:cNvPr id="519" name="Google Shape;519;p22"/>
              <p:cNvSpPr/>
              <p:nvPr/>
            </p:nvSpPr>
            <p:spPr>
              <a:xfrm>
                <a:off x="2905629" y="652944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0" name="Google Shape;520;p22"/>
              <p:cNvSpPr/>
              <p:nvPr/>
            </p:nvSpPr>
            <p:spPr>
              <a:xfrm>
                <a:off x="2884583" y="645291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21" name="Google Shape;521;p22"/>
            <p:cNvGrpSpPr/>
            <p:nvPr/>
          </p:nvGrpSpPr>
          <p:grpSpPr>
            <a:xfrm>
              <a:off x="-335165" y="3759862"/>
              <a:ext cx="676370" cy="1142272"/>
              <a:chOff x="2757910" y="1240337"/>
              <a:chExt cx="676370" cy="1142272"/>
            </a:xfrm>
          </p:grpSpPr>
          <p:sp>
            <p:nvSpPr>
              <p:cNvPr id="522" name="Google Shape;522;p22"/>
              <p:cNvSpPr/>
              <p:nvPr/>
            </p:nvSpPr>
            <p:spPr>
              <a:xfrm>
                <a:off x="2757910" y="1240337"/>
                <a:ext cx="676370" cy="870576"/>
              </a:xfrm>
              <a:custGeom>
                <a:rect b="b" l="l" r="r" t="t"/>
                <a:pathLst>
                  <a:path extrusionOk="0" h="996" w="774">
                    <a:moveTo>
                      <a:pt x="774" y="387"/>
                    </a:moveTo>
                    <a:cubicBezTo>
                      <a:pt x="774" y="173"/>
                      <a:pt x="601" y="0"/>
                      <a:pt x="387" y="0"/>
                    </a:cubicBezTo>
                    <a:cubicBezTo>
                      <a:pt x="173" y="0"/>
                      <a:pt x="0" y="173"/>
                      <a:pt x="0" y="387"/>
                    </a:cubicBezTo>
                    <a:cubicBezTo>
                      <a:pt x="0" y="462"/>
                      <a:pt x="22" y="533"/>
                      <a:pt x="59" y="592"/>
                    </a:cubicBezTo>
                    <a:cubicBezTo>
                      <a:pt x="59" y="592"/>
                      <a:pt x="59" y="592"/>
                      <a:pt x="59" y="592"/>
                    </a:cubicBezTo>
                    <a:cubicBezTo>
                      <a:pt x="59" y="592"/>
                      <a:pt x="61" y="595"/>
                      <a:pt x="64" y="600"/>
                    </a:cubicBezTo>
                    <a:cubicBezTo>
                      <a:pt x="65" y="602"/>
                      <a:pt x="66" y="603"/>
                      <a:pt x="67" y="605"/>
                    </a:cubicBezTo>
                    <a:cubicBezTo>
                      <a:pt x="99" y="654"/>
                      <a:pt x="211" y="835"/>
                      <a:pt x="211" y="996"/>
                    </a:cubicBezTo>
                    <a:cubicBezTo>
                      <a:pt x="334" y="996"/>
                      <a:pt x="334" y="996"/>
                      <a:pt x="334" y="996"/>
                    </a:cubicBezTo>
                    <a:cubicBezTo>
                      <a:pt x="464" y="996"/>
                      <a:pt x="464" y="996"/>
                      <a:pt x="464" y="996"/>
                    </a:cubicBezTo>
                    <a:cubicBezTo>
                      <a:pt x="563" y="996"/>
                      <a:pt x="563" y="996"/>
                      <a:pt x="563" y="996"/>
                    </a:cubicBezTo>
                    <a:cubicBezTo>
                      <a:pt x="563" y="808"/>
                      <a:pt x="716" y="592"/>
                      <a:pt x="716" y="592"/>
                    </a:cubicBezTo>
                    <a:cubicBezTo>
                      <a:pt x="716" y="592"/>
                      <a:pt x="716" y="592"/>
                      <a:pt x="716" y="592"/>
                    </a:cubicBezTo>
                    <a:cubicBezTo>
                      <a:pt x="753" y="533"/>
                      <a:pt x="774" y="462"/>
                      <a:pt x="774" y="3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22"/>
              <p:cNvSpPr/>
              <p:nvPr/>
            </p:nvSpPr>
            <p:spPr>
              <a:xfrm>
                <a:off x="2940636" y="2078385"/>
                <a:ext cx="320487" cy="227689"/>
              </a:xfrm>
              <a:custGeom>
                <a:rect b="b" l="l" r="r" t="t"/>
                <a:pathLst>
                  <a:path extrusionOk="0" h="238" w="335">
                    <a:moveTo>
                      <a:pt x="196" y="0"/>
                    </a:moveTo>
                    <a:lnTo>
                      <a:pt x="139" y="0"/>
                    </a:lnTo>
                    <a:lnTo>
                      <a:pt x="0" y="0"/>
                    </a:lnTo>
                    <a:lnTo>
                      <a:pt x="0" y="165"/>
                    </a:lnTo>
                    <a:lnTo>
                      <a:pt x="90" y="238"/>
                    </a:lnTo>
                    <a:lnTo>
                      <a:pt x="139" y="238"/>
                    </a:lnTo>
                    <a:lnTo>
                      <a:pt x="196" y="238"/>
                    </a:lnTo>
                    <a:lnTo>
                      <a:pt x="245" y="238"/>
                    </a:lnTo>
                    <a:lnTo>
                      <a:pt x="335" y="165"/>
                    </a:lnTo>
                    <a:lnTo>
                      <a:pt x="335" y="0"/>
                    </a:lnTo>
                    <a:lnTo>
                      <a:pt x="19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22"/>
              <p:cNvSpPr/>
              <p:nvPr/>
            </p:nvSpPr>
            <p:spPr>
              <a:xfrm>
                <a:off x="2924372" y="1697628"/>
                <a:ext cx="322400" cy="369276"/>
              </a:xfrm>
              <a:custGeom>
                <a:rect b="b" l="l" r="r" t="t"/>
                <a:pathLst>
                  <a:path extrusionOk="0" h="422" w="369">
                    <a:moveTo>
                      <a:pt x="103" y="422"/>
                    </a:moveTo>
                    <a:cubicBezTo>
                      <a:pt x="0" y="41"/>
                      <a:pt x="0" y="41"/>
                      <a:pt x="0" y="41"/>
                    </a:cubicBezTo>
                    <a:cubicBezTo>
                      <a:pt x="10" y="49"/>
                      <a:pt x="10" y="49"/>
                      <a:pt x="10" y="49"/>
                    </a:cubicBezTo>
                    <a:cubicBezTo>
                      <a:pt x="11" y="50"/>
                      <a:pt x="66" y="92"/>
                      <a:pt x="109" y="87"/>
                    </a:cubicBezTo>
                    <a:cubicBezTo>
                      <a:pt x="86" y="49"/>
                      <a:pt x="96" y="27"/>
                      <a:pt x="103" y="18"/>
                    </a:cubicBezTo>
                    <a:cubicBezTo>
                      <a:pt x="114" y="4"/>
                      <a:pt x="135" y="0"/>
                      <a:pt x="150" y="8"/>
                    </a:cubicBezTo>
                    <a:cubicBezTo>
                      <a:pt x="164" y="16"/>
                      <a:pt x="168" y="33"/>
                      <a:pt x="160" y="54"/>
                    </a:cubicBezTo>
                    <a:cubicBezTo>
                      <a:pt x="152" y="73"/>
                      <a:pt x="140" y="86"/>
                      <a:pt x="123" y="92"/>
                    </a:cubicBezTo>
                    <a:cubicBezTo>
                      <a:pt x="128" y="98"/>
                      <a:pt x="133" y="105"/>
                      <a:pt x="139" y="111"/>
                    </a:cubicBezTo>
                    <a:cubicBezTo>
                      <a:pt x="168" y="143"/>
                      <a:pt x="196" y="138"/>
                      <a:pt x="214" y="128"/>
                    </a:cubicBezTo>
                    <a:cubicBezTo>
                      <a:pt x="230" y="119"/>
                      <a:pt x="243" y="104"/>
                      <a:pt x="253" y="88"/>
                    </a:cubicBezTo>
                    <a:cubicBezTo>
                      <a:pt x="246" y="85"/>
                      <a:pt x="241" y="82"/>
                      <a:pt x="238" y="80"/>
                    </a:cubicBezTo>
                    <a:cubicBezTo>
                      <a:pt x="216" y="67"/>
                      <a:pt x="204" y="45"/>
                      <a:pt x="209" y="27"/>
                    </a:cubicBezTo>
                    <a:cubicBezTo>
                      <a:pt x="213" y="15"/>
                      <a:pt x="225" y="8"/>
                      <a:pt x="242" y="7"/>
                    </a:cubicBezTo>
                    <a:cubicBezTo>
                      <a:pt x="259" y="7"/>
                      <a:pt x="270" y="15"/>
                      <a:pt x="274" y="29"/>
                    </a:cubicBezTo>
                    <a:cubicBezTo>
                      <a:pt x="278" y="43"/>
                      <a:pt x="274" y="63"/>
                      <a:pt x="265" y="83"/>
                    </a:cubicBezTo>
                    <a:cubicBezTo>
                      <a:pt x="307" y="92"/>
                      <a:pt x="347" y="61"/>
                      <a:pt x="360" y="49"/>
                    </a:cubicBezTo>
                    <a:cubicBezTo>
                      <a:pt x="369" y="41"/>
                      <a:pt x="369" y="41"/>
                      <a:pt x="369" y="41"/>
                    </a:cubicBezTo>
                    <a:cubicBezTo>
                      <a:pt x="293" y="422"/>
                      <a:pt x="293" y="422"/>
                      <a:pt x="293" y="422"/>
                    </a:cubicBezTo>
                    <a:cubicBezTo>
                      <a:pt x="285" y="420"/>
                      <a:pt x="285" y="420"/>
                      <a:pt x="285" y="420"/>
                    </a:cubicBezTo>
                    <a:cubicBezTo>
                      <a:pt x="356" y="63"/>
                      <a:pt x="356" y="63"/>
                      <a:pt x="356" y="63"/>
                    </a:cubicBezTo>
                    <a:cubicBezTo>
                      <a:pt x="316" y="94"/>
                      <a:pt x="283" y="95"/>
                      <a:pt x="261" y="90"/>
                    </a:cubicBezTo>
                    <a:cubicBezTo>
                      <a:pt x="251" y="108"/>
                      <a:pt x="236" y="125"/>
                      <a:pt x="218" y="135"/>
                    </a:cubicBezTo>
                    <a:cubicBezTo>
                      <a:pt x="189" y="151"/>
                      <a:pt x="159" y="145"/>
                      <a:pt x="133" y="117"/>
                    </a:cubicBezTo>
                    <a:cubicBezTo>
                      <a:pt x="125" y="109"/>
                      <a:pt x="119" y="101"/>
                      <a:pt x="114" y="94"/>
                    </a:cubicBezTo>
                    <a:cubicBezTo>
                      <a:pt x="77" y="101"/>
                      <a:pt x="34" y="76"/>
                      <a:pt x="15" y="63"/>
                    </a:cubicBezTo>
                    <a:cubicBezTo>
                      <a:pt x="111" y="420"/>
                      <a:pt x="111" y="420"/>
                      <a:pt x="111" y="420"/>
                    </a:cubicBezTo>
                    <a:cubicBezTo>
                      <a:pt x="103" y="422"/>
                      <a:pt x="103" y="422"/>
                      <a:pt x="103" y="422"/>
                    </a:cubicBezTo>
                    <a:moveTo>
                      <a:pt x="133" y="12"/>
                    </a:moveTo>
                    <a:cubicBezTo>
                      <a:pt x="125" y="12"/>
                      <a:pt x="115" y="16"/>
                      <a:pt x="110" y="23"/>
                    </a:cubicBezTo>
                    <a:cubicBezTo>
                      <a:pt x="99" y="37"/>
                      <a:pt x="102" y="59"/>
                      <a:pt x="118" y="85"/>
                    </a:cubicBezTo>
                    <a:cubicBezTo>
                      <a:pt x="133" y="80"/>
                      <a:pt x="145" y="69"/>
                      <a:pt x="152" y="51"/>
                    </a:cubicBezTo>
                    <a:cubicBezTo>
                      <a:pt x="159" y="34"/>
                      <a:pt x="156" y="21"/>
                      <a:pt x="146" y="15"/>
                    </a:cubicBezTo>
                    <a:cubicBezTo>
                      <a:pt x="142" y="13"/>
                      <a:pt x="138" y="12"/>
                      <a:pt x="133" y="12"/>
                    </a:cubicBezTo>
                    <a:moveTo>
                      <a:pt x="244" y="16"/>
                    </a:moveTo>
                    <a:cubicBezTo>
                      <a:pt x="243" y="16"/>
                      <a:pt x="243" y="16"/>
                      <a:pt x="243" y="16"/>
                    </a:cubicBezTo>
                    <a:cubicBezTo>
                      <a:pt x="229" y="16"/>
                      <a:pt x="220" y="21"/>
                      <a:pt x="217" y="30"/>
                    </a:cubicBezTo>
                    <a:cubicBezTo>
                      <a:pt x="214" y="43"/>
                      <a:pt x="224" y="62"/>
                      <a:pt x="242" y="73"/>
                    </a:cubicBezTo>
                    <a:cubicBezTo>
                      <a:pt x="247" y="76"/>
                      <a:pt x="252" y="79"/>
                      <a:pt x="257" y="80"/>
                    </a:cubicBezTo>
                    <a:cubicBezTo>
                      <a:pt x="265" y="62"/>
                      <a:pt x="269" y="44"/>
                      <a:pt x="266" y="31"/>
                    </a:cubicBezTo>
                    <a:cubicBezTo>
                      <a:pt x="263" y="21"/>
                      <a:pt x="255" y="16"/>
                      <a:pt x="244" y="1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22"/>
              <p:cNvSpPr/>
              <p:nvPr/>
            </p:nvSpPr>
            <p:spPr>
              <a:xfrm>
                <a:off x="2942549" y="1733025"/>
                <a:ext cx="304223" cy="323357"/>
              </a:xfrm>
              <a:custGeom>
                <a:rect b="b" l="l" r="r" t="t"/>
                <a:pathLst>
                  <a:path extrusionOk="0" h="369" w="348">
                    <a:moveTo>
                      <a:pt x="0" y="77"/>
                    </a:moveTo>
                    <a:cubicBezTo>
                      <a:pt x="78" y="369"/>
                      <a:pt x="78" y="369"/>
                      <a:pt x="78" y="369"/>
                    </a:cubicBezTo>
                    <a:cubicBezTo>
                      <a:pt x="87" y="369"/>
                      <a:pt x="87" y="369"/>
                      <a:pt x="87" y="369"/>
                    </a:cubicBezTo>
                    <a:cubicBezTo>
                      <a:pt x="9" y="77"/>
                      <a:pt x="9" y="77"/>
                      <a:pt x="9" y="77"/>
                    </a:cubicBezTo>
                    <a:cubicBezTo>
                      <a:pt x="6" y="77"/>
                      <a:pt x="3" y="77"/>
                      <a:pt x="0" y="77"/>
                    </a:cubicBezTo>
                    <a:moveTo>
                      <a:pt x="348" y="0"/>
                    </a:moveTo>
                    <a:cubicBezTo>
                      <a:pt x="339" y="8"/>
                      <a:pt x="339" y="8"/>
                      <a:pt x="339" y="8"/>
                    </a:cubicBezTo>
                    <a:cubicBezTo>
                      <a:pt x="328" y="18"/>
                      <a:pt x="295" y="43"/>
                      <a:pt x="260" y="43"/>
                    </a:cubicBezTo>
                    <a:cubicBezTo>
                      <a:pt x="254" y="43"/>
                      <a:pt x="249" y="43"/>
                      <a:pt x="244" y="42"/>
                    </a:cubicBezTo>
                    <a:cubicBezTo>
                      <a:pt x="248" y="34"/>
                      <a:pt x="250" y="26"/>
                      <a:pt x="252" y="18"/>
                    </a:cubicBezTo>
                    <a:cubicBezTo>
                      <a:pt x="249" y="20"/>
                      <a:pt x="245" y="22"/>
                      <a:pt x="242" y="24"/>
                    </a:cubicBezTo>
                    <a:cubicBezTo>
                      <a:pt x="240" y="29"/>
                      <a:pt x="238" y="34"/>
                      <a:pt x="236" y="39"/>
                    </a:cubicBezTo>
                    <a:cubicBezTo>
                      <a:pt x="232" y="38"/>
                      <a:pt x="228" y="36"/>
                      <a:pt x="224" y="34"/>
                    </a:cubicBezTo>
                    <a:cubicBezTo>
                      <a:pt x="221" y="35"/>
                      <a:pt x="218" y="37"/>
                      <a:pt x="215" y="38"/>
                    </a:cubicBezTo>
                    <a:cubicBezTo>
                      <a:pt x="215" y="38"/>
                      <a:pt x="216" y="39"/>
                      <a:pt x="217" y="39"/>
                    </a:cubicBezTo>
                    <a:cubicBezTo>
                      <a:pt x="220" y="41"/>
                      <a:pt x="225" y="44"/>
                      <a:pt x="232" y="47"/>
                    </a:cubicBezTo>
                    <a:cubicBezTo>
                      <a:pt x="222" y="63"/>
                      <a:pt x="209" y="78"/>
                      <a:pt x="193" y="87"/>
                    </a:cubicBezTo>
                    <a:cubicBezTo>
                      <a:pt x="185" y="91"/>
                      <a:pt x="176" y="94"/>
                      <a:pt x="165" y="94"/>
                    </a:cubicBezTo>
                    <a:cubicBezTo>
                      <a:pt x="151" y="94"/>
                      <a:pt x="135" y="88"/>
                      <a:pt x="118" y="70"/>
                    </a:cubicBezTo>
                    <a:cubicBezTo>
                      <a:pt x="117" y="70"/>
                      <a:pt x="117" y="69"/>
                      <a:pt x="116" y="68"/>
                    </a:cubicBezTo>
                    <a:cubicBezTo>
                      <a:pt x="113" y="69"/>
                      <a:pt x="110" y="69"/>
                      <a:pt x="107" y="70"/>
                    </a:cubicBezTo>
                    <a:cubicBezTo>
                      <a:pt x="108" y="72"/>
                      <a:pt x="110" y="74"/>
                      <a:pt x="112" y="76"/>
                    </a:cubicBezTo>
                    <a:cubicBezTo>
                      <a:pt x="128" y="94"/>
                      <a:pt x="147" y="103"/>
                      <a:pt x="165" y="103"/>
                    </a:cubicBezTo>
                    <a:cubicBezTo>
                      <a:pt x="176" y="103"/>
                      <a:pt x="186" y="100"/>
                      <a:pt x="197" y="94"/>
                    </a:cubicBezTo>
                    <a:cubicBezTo>
                      <a:pt x="215" y="84"/>
                      <a:pt x="230" y="67"/>
                      <a:pt x="240" y="49"/>
                    </a:cubicBezTo>
                    <a:cubicBezTo>
                      <a:pt x="246" y="51"/>
                      <a:pt x="253" y="52"/>
                      <a:pt x="261" y="52"/>
                    </a:cubicBezTo>
                    <a:cubicBezTo>
                      <a:pt x="281" y="52"/>
                      <a:pt x="306" y="45"/>
                      <a:pt x="335" y="22"/>
                    </a:cubicBezTo>
                    <a:cubicBezTo>
                      <a:pt x="266" y="369"/>
                      <a:pt x="266" y="369"/>
                      <a:pt x="266" y="369"/>
                    </a:cubicBezTo>
                    <a:cubicBezTo>
                      <a:pt x="275" y="369"/>
                      <a:pt x="275" y="369"/>
                      <a:pt x="275" y="369"/>
                    </a:cubicBezTo>
                    <a:cubicBezTo>
                      <a:pt x="348" y="0"/>
                      <a:pt x="348" y="0"/>
                      <a:pt x="34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22"/>
              <p:cNvSpPr/>
              <p:nvPr/>
            </p:nvSpPr>
            <p:spPr>
              <a:xfrm>
                <a:off x="2904282" y="2056382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22"/>
              <p:cNvSpPr/>
              <p:nvPr/>
            </p:nvSpPr>
            <p:spPr>
              <a:xfrm>
                <a:off x="2904282" y="2118566"/>
                <a:ext cx="393194" cy="41137"/>
              </a:xfrm>
              <a:custGeom>
                <a:rect b="b" l="l" r="r" t="t"/>
                <a:pathLst>
                  <a:path extrusionOk="0" h="47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1"/>
                      <a:pt x="0" y="23"/>
                    </a:cubicBezTo>
                    <a:cubicBezTo>
                      <a:pt x="0" y="36"/>
                      <a:pt x="12" y="47"/>
                      <a:pt x="25" y="47"/>
                    </a:cubicBezTo>
                    <a:cubicBezTo>
                      <a:pt x="425" y="47"/>
                      <a:pt x="425" y="47"/>
                      <a:pt x="425" y="47"/>
                    </a:cubicBezTo>
                    <a:cubicBezTo>
                      <a:pt x="438" y="47"/>
                      <a:pt x="450" y="36"/>
                      <a:pt x="450" y="23"/>
                    </a:cubicBezTo>
                    <a:cubicBezTo>
                      <a:pt x="450" y="11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22"/>
              <p:cNvSpPr/>
              <p:nvPr/>
            </p:nvSpPr>
            <p:spPr>
              <a:xfrm>
                <a:off x="2904282" y="2181706"/>
                <a:ext cx="393194" cy="40180"/>
              </a:xfrm>
              <a:custGeom>
                <a:rect b="b" l="l" r="r" t="t"/>
                <a:pathLst>
                  <a:path extrusionOk="0" h="46" w="450">
                    <a:moveTo>
                      <a:pt x="425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2" y="0"/>
                      <a:pt x="0" y="10"/>
                      <a:pt x="0" y="23"/>
                    </a:cubicBezTo>
                    <a:cubicBezTo>
                      <a:pt x="0" y="36"/>
                      <a:pt x="12" y="46"/>
                      <a:pt x="25" y="46"/>
                    </a:cubicBezTo>
                    <a:cubicBezTo>
                      <a:pt x="425" y="46"/>
                      <a:pt x="425" y="46"/>
                      <a:pt x="425" y="46"/>
                    </a:cubicBezTo>
                    <a:cubicBezTo>
                      <a:pt x="438" y="46"/>
                      <a:pt x="450" y="36"/>
                      <a:pt x="450" y="23"/>
                    </a:cubicBezTo>
                    <a:cubicBezTo>
                      <a:pt x="450" y="10"/>
                      <a:pt x="438" y="0"/>
                      <a:pt x="42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22"/>
              <p:cNvSpPr/>
              <p:nvPr/>
            </p:nvSpPr>
            <p:spPr>
              <a:xfrm>
                <a:off x="3026737" y="2306074"/>
                <a:ext cx="148285" cy="76534"/>
              </a:xfrm>
              <a:custGeom>
                <a:rect b="b" l="l" r="r" t="t"/>
                <a:pathLst>
                  <a:path extrusionOk="0" h="87" w="170">
                    <a:moveTo>
                      <a:pt x="0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0" y="49"/>
                      <a:pt x="38" y="87"/>
                      <a:pt x="85" y="87"/>
                    </a:cubicBezTo>
                    <a:cubicBezTo>
                      <a:pt x="132" y="87"/>
                      <a:pt x="170" y="49"/>
                      <a:pt x="170" y="2"/>
                    </a:cubicBezTo>
                    <a:cubicBezTo>
                      <a:pt x="170" y="0"/>
                      <a:pt x="170" y="0"/>
                      <a:pt x="170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" name="Google Shape;531;p23"/>
          <p:cNvGrpSpPr/>
          <p:nvPr/>
        </p:nvGrpSpPr>
        <p:grpSpPr>
          <a:xfrm>
            <a:off x="-2000071" y="-3048428"/>
            <a:ext cx="12973783" cy="11115125"/>
            <a:chOff x="-2000071" y="-3048428"/>
            <a:chExt cx="12973783" cy="11115125"/>
          </a:xfrm>
        </p:grpSpPr>
        <p:sp>
          <p:nvSpPr>
            <p:cNvPr id="532" name="Google Shape;532;p23"/>
            <p:cNvSpPr/>
            <p:nvPr/>
          </p:nvSpPr>
          <p:spPr>
            <a:xfrm rot="-8306489">
              <a:off x="-1505843" y="3814578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23"/>
            <p:cNvSpPr/>
            <p:nvPr/>
          </p:nvSpPr>
          <p:spPr>
            <a:xfrm rot="-2526298">
              <a:off x="3963480" y="-2324949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23"/>
            <p:cNvSpPr/>
            <p:nvPr/>
          </p:nvSpPr>
          <p:spPr>
            <a:xfrm rot="7128936">
              <a:off x="4994086" y="2541069"/>
              <a:ext cx="5631417" cy="412587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CBDDFA">
                <a:alpha val="3924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5" name="Google Shape;535;p23"/>
          <p:cNvGrpSpPr/>
          <p:nvPr/>
        </p:nvGrpSpPr>
        <p:grpSpPr>
          <a:xfrm>
            <a:off x="4039126" y="812484"/>
            <a:ext cx="4161347" cy="3655602"/>
            <a:chOff x="3840701" y="713259"/>
            <a:chExt cx="4161347" cy="3655602"/>
          </a:xfrm>
        </p:grpSpPr>
        <p:grpSp>
          <p:nvGrpSpPr>
            <p:cNvPr id="536" name="Google Shape;536;p23"/>
            <p:cNvGrpSpPr/>
            <p:nvPr/>
          </p:nvGrpSpPr>
          <p:grpSpPr>
            <a:xfrm>
              <a:off x="4501506" y="1401751"/>
              <a:ext cx="2461134" cy="1589525"/>
              <a:chOff x="2436192" y="2730596"/>
              <a:chExt cx="924300" cy="596960"/>
            </a:xfrm>
          </p:grpSpPr>
          <p:sp>
            <p:nvSpPr>
              <p:cNvPr id="537" name="Google Shape;537;p23"/>
              <p:cNvSpPr/>
              <p:nvPr/>
            </p:nvSpPr>
            <p:spPr>
              <a:xfrm>
                <a:off x="2436192" y="2786955"/>
                <a:ext cx="924300" cy="5406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23"/>
              <p:cNvSpPr/>
              <p:nvPr/>
            </p:nvSpPr>
            <p:spPr>
              <a:xfrm>
                <a:off x="2436192" y="2730596"/>
                <a:ext cx="924297" cy="56360"/>
              </a:xfrm>
              <a:custGeom>
                <a:rect b="b" l="l" r="r" t="t"/>
                <a:pathLst>
                  <a:path extrusionOk="0" h="153" w="2512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23"/>
              <p:cNvSpPr/>
              <p:nvPr/>
            </p:nvSpPr>
            <p:spPr>
              <a:xfrm>
                <a:off x="2461152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23"/>
              <p:cNvSpPr/>
              <p:nvPr/>
            </p:nvSpPr>
            <p:spPr>
              <a:xfrm>
                <a:off x="2500603" y="2745893"/>
                <a:ext cx="261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23"/>
              <p:cNvSpPr/>
              <p:nvPr/>
            </p:nvSpPr>
            <p:spPr>
              <a:xfrm>
                <a:off x="2540860" y="2745893"/>
                <a:ext cx="25800" cy="25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23"/>
              <p:cNvSpPr/>
              <p:nvPr/>
            </p:nvSpPr>
            <p:spPr>
              <a:xfrm>
                <a:off x="2481682" y="2858210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23"/>
              <p:cNvSpPr/>
              <p:nvPr/>
            </p:nvSpPr>
            <p:spPr>
              <a:xfrm>
                <a:off x="2481682" y="2943152"/>
                <a:ext cx="833700" cy="33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23"/>
              <p:cNvSpPr/>
              <p:nvPr/>
            </p:nvSpPr>
            <p:spPr>
              <a:xfrm>
                <a:off x="2481682" y="3028497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23"/>
              <p:cNvSpPr/>
              <p:nvPr/>
            </p:nvSpPr>
            <p:spPr>
              <a:xfrm>
                <a:off x="2481682" y="3113439"/>
                <a:ext cx="833700" cy="2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23"/>
              <p:cNvSpPr/>
              <p:nvPr/>
            </p:nvSpPr>
            <p:spPr>
              <a:xfrm>
                <a:off x="2481682" y="2898467"/>
                <a:ext cx="833718" cy="392507"/>
              </a:xfrm>
              <a:custGeom>
                <a:rect b="b" l="l" r="r" t="t"/>
                <a:pathLst>
                  <a:path extrusionOk="0" h="1067" w="2266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23"/>
              <p:cNvSpPr/>
              <p:nvPr/>
            </p:nvSpPr>
            <p:spPr>
              <a:xfrm>
                <a:off x="2481682" y="2914972"/>
                <a:ext cx="833718" cy="376001"/>
              </a:xfrm>
              <a:custGeom>
                <a:rect b="b" l="l" r="r" t="t"/>
                <a:pathLst>
                  <a:path extrusionOk="0" h="1022" w="2266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23"/>
            <p:cNvGrpSpPr/>
            <p:nvPr/>
          </p:nvGrpSpPr>
          <p:grpSpPr>
            <a:xfrm>
              <a:off x="6621346" y="1957399"/>
              <a:ext cx="1380702" cy="2411461"/>
              <a:chOff x="6502296" y="1615124"/>
              <a:chExt cx="1380702" cy="2411461"/>
            </a:xfrm>
          </p:grpSpPr>
          <p:sp>
            <p:nvSpPr>
              <p:cNvPr id="549" name="Google Shape;549;p23"/>
              <p:cNvSpPr/>
              <p:nvPr/>
            </p:nvSpPr>
            <p:spPr>
              <a:xfrm>
                <a:off x="6990675" y="1711100"/>
                <a:ext cx="396300" cy="486450"/>
              </a:xfrm>
              <a:custGeom>
                <a:rect b="b" l="l" r="r" t="t"/>
                <a:pathLst>
                  <a:path extrusionOk="0" h="19458" w="15852">
                    <a:moveTo>
                      <a:pt x="0" y="5579"/>
                    </a:moveTo>
                    <a:lnTo>
                      <a:pt x="1701" y="19458"/>
                    </a:lnTo>
                    <a:lnTo>
                      <a:pt x="15852" y="16941"/>
                    </a:lnTo>
                    <a:lnTo>
                      <a:pt x="12314" y="2177"/>
                    </a:lnTo>
                    <a:lnTo>
                      <a:pt x="571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</p:sp>
          <p:sp>
            <p:nvSpPr>
              <p:cNvPr id="550" name="Google Shape;550;p23"/>
              <p:cNvSpPr/>
              <p:nvPr/>
            </p:nvSpPr>
            <p:spPr>
              <a:xfrm>
                <a:off x="6934616" y="168592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23"/>
              <p:cNvSpPr/>
              <p:nvPr/>
            </p:nvSpPr>
            <p:spPr>
              <a:xfrm>
                <a:off x="6888321" y="251176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23"/>
              <p:cNvSpPr/>
              <p:nvPr/>
            </p:nvSpPr>
            <p:spPr>
              <a:xfrm>
                <a:off x="6942105" y="198140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23"/>
              <p:cNvSpPr/>
              <p:nvPr/>
            </p:nvSpPr>
            <p:spPr>
              <a:xfrm>
                <a:off x="7548715" y="370796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23"/>
              <p:cNvSpPr/>
              <p:nvPr/>
            </p:nvSpPr>
            <p:spPr>
              <a:xfrm>
                <a:off x="7550077" y="379646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23"/>
              <p:cNvSpPr/>
              <p:nvPr/>
            </p:nvSpPr>
            <p:spPr>
              <a:xfrm>
                <a:off x="6908745" y="370796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23"/>
              <p:cNvSpPr/>
              <p:nvPr/>
            </p:nvSpPr>
            <p:spPr>
              <a:xfrm>
                <a:off x="6886959" y="379646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23"/>
              <p:cNvSpPr/>
              <p:nvPr/>
            </p:nvSpPr>
            <p:spPr>
              <a:xfrm>
                <a:off x="7212391" y="205969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23"/>
              <p:cNvSpPr/>
              <p:nvPr/>
            </p:nvSpPr>
            <p:spPr>
              <a:xfrm>
                <a:off x="7370341" y="231909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23"/>
              <p:cNvSpPr/>
              <p:nvPr/>
            </p:nvSpPr>
            <p:spPr>
              <a:xfrm>
                <a:off x="6615312" y="203723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23"/>
              <p:cNvSpPr/>
              <p:nvPr/>
            </p:nvSpPr>
            <p:spPr>
              <a:xfrm>
                <a:off x="6534295" y="200863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23"/>
              <p:cNvSpPr/>
              <p:nvPr/>
            </p:nvSpPr>
            <p:spPr>
              <a:xfrm>
                <a:off x="6565612" y="214344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23"/>
              <p:cNvSpPr/>
              <p:nvPr/>
            </p:nvSpPr>
            <p:spPr>
              <a:xfrm>
                <a:off x="6539060" y="207399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23"/>
              <p:cNvSpPr/>
              <p:nvPr/>
            </p:nvSpPr>
            <p:spPr>
              <a:xfrm>
                <a:off x="6586037" y="193987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64" name="Google Shape;564;p23"/>
              <p:cNvCxnSpPr/>
              <p:nvPr/>
            </p:nvCxnSpPr>
            <p:spPr>
              <a:xfrm flipH="1">
                <a:off x="6586084" y="193987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565" name="Google Shape;565;p23"/>
              <p:cNvSpPr/>
              <p:nvPr/>
            </p:nvSpPr>
            <p:spPr>
              <a:xfrm>
                <a:off x="6576506" y="193919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23"/>
              <p:cNvSpPr/>
              <p:nvPr/>
            </p:nvSpPr>
            <p:spPr>
              <a:xfrm>
                <a:off x="6547911" y="197323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23"/>
              <p:cNvSpPr/>
              <p:nvPr/>
            </p:nvSpPr>
            <p:spPr>
              <a:xfrm>
                <a:off x="6521359" y="173222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23"/>
              <p:cNvSpPr/>
              <p:nvPr/>
            </p:nvSpPr>
            <p:spPr>
              <a:xfrm>
                <a:off x="6502296" y="170839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23"/>
              <p:cNvSpPr/>
              <p:nvPr/>
            </p:nvSpPr>
            <p:spPr>
              <a:xfrm>
                <a:off x="6505019" y="200523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0" name="Google Shape;570;p23"/>
              <p:cNvSpPr/>
              <p:nvPr/>
            </p:nvSpPr>
            <p:spPr>
              <a:xfrm>
                <a:off x="6539741" y="197663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1" name="Google Shape;571;p23"/>
              <p:cNvSpPr/>
              <p:nvPr/>
            </p:nvSpPr>
            <p:spPr>
              <a:xfrm>
                <a:off x="6539741" y="202293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2" name="Google Shape;572;p23"/>
              <p:cNvSpPr/>
              <p:nvPr/>
            </p:nvSpPr>
            <p:spPr>
              <a:xfrm>
                <a:off x="6533614" y="209782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23"/>
              <p:cNvSpPr/>
              <p:nvPr/>
            </p:nvSpPr>
            <p:spPr>
              <a:xfrm>
                <a:off x="6534295" y="206854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23"/>
              <p:cNvSpPr/>
              <p:nvPr/>
            </p:nvSpPr>
            <p:spPr>
              <a:xfrm>
                <a:off x="6539741" y="204267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23"/>
              <p:cNvSpPr/>
              <p:nvPr/>
            </p:nvSpPr>
            <p:spPr>
              <a:xfrm>
                <a:off x="6590803" y="205152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23"/>
              <p:cNvSpPr/>
              <p:nvPr/>
            </p:nvSpPr>
            <p:spPr>
              <a:xfrm>
                <a:off x="6601015" y="202770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>
                <a:off x="6904660" y="220130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23"/>
              <p:cNvSpPr/>
              <p:nvPr/>
            </p:nvSpPr>
            <p:spPr>
              <a:xfrm>
                <a:off x="6925085" y="198140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23"/>
              <p:cNvSpPr/>
              <p:nvPr/>
            </p:nvSpPr>
            <p:spPr>
              <a:xfrm>
                <a:off x="6888321" y="251176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23"/>
              <p:cNvSpPr/>
              <p:nvPr/>
            </p:nvSpPr>
            <p:spPr>
              <a:xfrm>
                <a:off x="7078269" y="187860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23"/>
              <p:cNvSpPr/>
              <p:nvPr/>
            </p:nvSpPr>
            <p:spPr>
              <a:xfrm>
                <a:off x="7203540" y="190787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23"/>
              <p:cNvSpPr/>
              <p:nvPr/>
            </p:nvSpPr>
            <p:spPr>
              <a:xfrm>
                <a:off x="7086439" y="190787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23"/>
              <p:cNvSpPr/>
              <p:nvPr/>
            </p:nvSpPr>
            <p:spPr>
              <a:xfrm>
                <a:off x="7004741" y="167844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23"/>
              <p:cNvSpPr/>
              <p:nvPr/>
            </p:nvSpPr>
            <p:spPr>
              <a:xfrm>
                <a:off x="7145670" y="184524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23"/>
              <p:cNvSpPr/>
              <p:nvPr/>
            </p:nvSpPr>
            <p:spPr>
              <a:xfrm>
                <a:off x="7004741" y="182822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23"/>
              <p:cNvSpPr/>
              <p:nvPr/>
            </p:nvSpPr>
            <p:spPr>
              <a:xfrm>
                <a:off x="7028569" y="180507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23"/>
              <p:cNvSpPr/>
              <p:nvPr/>
            </p:nvSpPr>
            <p:spPr>
              <a:xfrm>
                <a:off x="7097332" y="174924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23"/>
              <p:cNvSpPr/>
              <p:nvPr/>
            </p:nvSpPr>
            <p:spPr>
              <a:xfrm>
                <a:off x="7010868" y="175264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23"/>
              <p:cNvSpPr/>
              <p:nvPr/>
            </p:nvSpPr>
            <p:spPr>
              <a:xfrm>
                <a:off x="7228049" y="178941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23"/>
              <p:cNvSpPr/>
              <p:nvPr/>
            </p:nvSpPr>
            <p:spPr>
              <a:xfrm>
                <a:off x="7234857" y="181937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1" name="Google Shape;591;p23"/>
              <p:cNvSpPr/>
              <p:nvPr/>
            </p:nvSpPr>
            <p:spPr>
              <a:xfrm>
                <a:off x="6982954" y="161512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23"/>
              <p:cNvSpPr/>
              <p:nvPr/>
            </p:nvSpPr>
            <p:spPr>
              <a:xfrm>
                <a:off x="7394850" y="236742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rgbClr val="27314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23"/>
              <p:cNvSpPr/>
              <p:nvPr/>
            </p:nvSpPr>
            <p:spPr>
              <a:xfrm>
                <a:off x="7071461" y="220199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23"/>
              <p:cNvSpPr/>
              <p:nvPr/>
            </p:nvSpPr>
            <p:spPr>
              <a:xfrm>
                <a:off x="7197413" y="231909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23"/>
              <p:cNvSpPr/>
              <p:nvPr/>
            </p:nvSpPr>
            <p:spPr>
              <a:xfrm>
                <a:off x="7270941" y="231228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23"/>
              <p:cNvSpPr/>
              <p:nvPr/>
            </p:nvSpPr>
            <p:spPr>
              <a:xfrm>
                <a:off x="7104140" y="180507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23"/>
            <p:cNvGrpSpPr/>
            <p:nvPr/>
          </p:nvGrpSpPr>
          <p:grpSpPr>
            <a:xfrm>
              <a:off x="5350825" y="945922"/>
              <a:ext cx="669524" cy="947131"/>
              <a:chOff x="6000261" y="1225220"/>
              <a:chExt cx="627600" cy="887824"/>
            </a:xfrm>
          </p:grpSpPr>
          <p:sp>
            <p:nvSpPr>
              <p:cNvPr id="598" name="Google Shape;598;p23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23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23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23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23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23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23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23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23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23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23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23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1" name="Google Shape;611;p23"/>
            <p:cNvGrpSpPr/>
            <p:nvPr/>
          </p:nvGrpSpPr>
          <p:grpSpPr>
            <a:xfrm flipH="1">
              <a:off x="6374171" y="713259"/>
              <a:ext cx="588491" cy="951052"/>
              <a:chOff x="1062996" y="1340396"/>
              <a:chExt cx="588491" cy="951052"/>
            </a:xfrm>
          </p:grpSpPr>
          <p:sp>
            <p:nvSpPr>
              <p:cNvPr id="612" name="Google Shape;612;p23"/>
              <p:cNvSpPr/>
              <p:nvPr/>
            </p:nvSpPr>
            <p:spPr>
              <a:xfrm flipH="1">
                <a:off x="1127696" y="1466525"/>
                <a:ext cx="521965" cy="813973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3" name="Google Shape;613;p23"/>
              <p:cNvSpPr/>
              <p:nvPr/>
            </p:nvSpPr>
            <p:spPr>
              <a:xfrm flipH="1">
                <a:off x="1458031" y="2045067"/>
                <a:ext cx="191631" cy="23543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flipH="1">
                <a:off x="1622286" y="2258597"/>
                <a:ext cx="29201" cy="32851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23"/>
              <p:cNvSpPr/>
              <p:nvPr/>
            </p:nvSpPr>
            <p:spPr>
              <a:xfrm flipH="1">
                <a:off x="1062996" y="1340396"/>
                <a:ext cx="98553" cy="107679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23"/>
              <p:cNvSpPr/>
              <p:nvPr/>
            </p:nvSpPr>
            <p:spPr>
              <a:xfrm flipH="1">
                <a:off x="1071120" y="1472001"/>
                <a:ext cx="155130" cy="366836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23"/>
              <p:cNvSpPr/>
              <p:nvPr/>
            </p:nvSpPr>
            <p:spPr>
              <a:xfrm flipH="1">
                <a:off x="1089372" y="1408123"/>
                <a:ext cx="142354" cy="118629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23"/>
            <p:cNvGrpSpPr/>
            <p:nvPr/>
          </p:nvGrpSpPr>
          <p:grpSpPr>
            <a:xfrm>
              <a:off x="4997878" y="2657014"/>
              <a:ext cx="471946" cy="712345"/>
              <a:chOff x="2047101" y="2145599"/>
              <a:chExt cx="407553" cy="615151"/>
            </a:xfrm>
          </p:grpSpPr>
          <p:sp>
            <p:nvSpPr>
              <p:cNvPr id="619" name="Google Shape;619;p23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rect b="b" l="l" r="r" t="t"/>
                <a:pathLst>
                  <a:path extrusionOk="0" h="1325" w="879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23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rect b="b" l="l" r="r" t="t"/>
                <a:pathLst>
                  <a:path extrusionOk="0" h="439" w="879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23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23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rect b="b" l="l" r="r" t="t"/>
                <a:pathLst>
                  <a:path extrusionOk="0" h="170" w="384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23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rect b="b" l="l" r="r" t="t"/>
                <a:pathLst>
                  <a:path extrusionOk="0" h="170" w="248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23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23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23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23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23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23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23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23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23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23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23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23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6" name="Google Shape;636;p23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7" name="Google Shape;637;p23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23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23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rect b="b" l="l" r="r" t="t"/>
                <a:pathLst>
                  <a:path extrusionOk="0" h="106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23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23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23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rect b="b" l="l" r="r" t="t"/>
                <a:pathLst>
                  <a:path extrusionOk="0" h="247" w="156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23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23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23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23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3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3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rect b="b" l="l" r="r" t="t"/>
                <a:pathLst>
                  <a:path extrusionOk="0" h="58" w="261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23"/>
            <p:cNvGrpSpPr/>
            <p:nvPr/>
          </p:nvGrpSpPr>
          <p:grpSpPr>
            <a:xfrm>
              <a:off x="7164619" y="1316177"/>
              <a:ext cx="415198" cy="415198"/>
              <a:chOff x="1404969" y="1106377"/>
              <a:chExt cx="415198" cy="415198"/>
            </a:xfrm>
          </p:grpSpPr>
          <p:sp>
            <p:nvSpPr>
              <p:cNvPr id="650" name="Google Shape;650;p23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23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2" name="Google Shape;652;p23"/>
            <p:cNvSpPr/>
            <p:nvPr/>
          </p:nvSpPr>
          <p:spPr>
            <a:xfrm>
              <a:off x="3840701" y="867524"/>
              <a:ext cx="531600" cy="876850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23"/>
            <p:cNvSpPr/>
            <p:nvPr/>
          </p:nvSpPr>
          <p:spPr>
            <a:xfrm>
              <a:off x="6535672" y="3138738"/>
              <a:ext cx="157450" cy="25972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23"/>
            <p:cNvSpPr/>
            <p:nvPr/>
          </p:nvSpPr>
          <p:spPr>
            <a:xfrm>
              <a:off x="5627753" y="3138762"/>
              <a:ext cx="653350" cy="64479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aloo 2 ExtraBold"/>
              <a:buNone/>
              <a:defRPr sz="32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Baloo 2 ExtraBold"/>
              <a:buNone/>
              <a:defRPr sz="3000">
                <a:solidFill>
                  <a:schemeClr val="dk1"/>
                </a:solidFill>
                <a:latin typeface="Baloo 2 ExtraBold"/>
                <a:ea typeface="Baloo 2 ExtraBold"/>
                <a:cs typeface="Baloo 2 ExtraBold"/>
                <a:sym typeface="Baloo 2 Extra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ocs.google.com/spreadsheets/d/1JWBPiFZnLcojEnvXImOO_A7ZZp2Opk6p/edit?gid=966589335#gid=966589335" TargetMode="External"/><Relationship Id="rId4" Type="http://schemas.openxmlformats.org/officeDocument/2006/relationships/hyperlink" Target="https://docs.google.com/spreadsheets/d/1ZvaM4yNuCn-WWnVYjkF8gberH7q5tUvp/edit?gid=821895807#gid=821895807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noboring-finance.ru/gazeta/finmodel" TargetMode="External"/><Relationship Id="rId4" Type="http://schemas.openxmlformats.org/officeDocument/2006/relationships/hyperlink" Target="https://secrets.tbank.ru/blogi-kompanij/finansovaya-model-dlya-startapov/" TargetMode="External"/><Relationship Id="rId5" Type="http://schemas.openxmlformats.org/officeDocument/2006/relationships/hyperlink" Target="https://secrets.tbank.ru/courses/upravlenie-dengami-kompanii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5"/>
          <p:cNvSpPr txBox="1"/>
          <p:nvPr>
            <p:ph type="ctrTitle"/>
          </p:nvPr>
        </p:nvSpPr>
        <p:spPr>
          <a:xfrm>
            <a:off x="713225" y="2634850"/>
            <a:ext cx="3862500" cy="138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Финансовая модель</a:t>
            </a:r>
            <a:endParaRPr sz="4400"/>
          </a:p>
        </p:txBody>
      </p:sp>
      <p:sp>
        <p:nvSpPr>
          <p:cNvPr id="661" name="Google Shape;661;p25"/>
          <p:cNvSpPr txBox="1"/>
          <p:nvPr>
            <p:ph idx="1" type="subTitle"/>
          </p:nvPr>
        </p:nvSpPr>
        <p:spPr>
          <a:xfrm>
            <a:off x="713225" y="4543248"/>
            <a:ext cx="38625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Нигматуллина Илина 2026</a:t>
            </a:r>
            <a:endParaRPr/>
          </a:p>
        </p:txBody>
      </p:sp>
      <p:grpSp>
        <p:nvGrpSpPr>
          <p:cNvPr id="662" name="Google Shape;662;p25"/>
          <p:cNvGrpSpPr/>
          <p:nvPr/>
        </p:nvGrpSpPr>
        <p:grpSpPr>
          <a:xfrm>
            <a:off x="4765672" y="760436"/>
            <a:ext cx="3246799" cy="3446635"/>
            <a:chOff x="4765672" y="760436"/>
            <a:chExt cx="3246799" cy="3446635"/>
          </a:xfrm>
        </p:grpSpPr>
        <p:sp>
          <p:nvSpPr>
            <p:cNvPr id="663" name="Google Shape;663;p25"/>
            <p:cNvSpPr/>
            <p:nvPr/>
          </p:nvSpPr>
          <p:spPr>
            <a:xfrm>
              <a:off x="4980353" y="1104437"/>
              <a:ext cx="653350" cy="64479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64" name="Google Shape;664;p25"/>
            <p:cNvGrpSpPr/>
            <p:nvPr/>
          </p:nvGrpSpPr>
          <p:grpSpPr>
            <a:xfrm>
              <a:off x="5401276" y="1531636"/>
              <a:ext cx="1966177" cy="1269999"/>
              <a:chOff x="5401276" y="1531636"/>
              <a:chExt cx="1966177" cy="1269999"/>
            </a:xfrm>
          </p:grpSpPr>
          <p:sp>
            <p:nvSpPr>
              <p:cNvPr id="665" name="Google Shape;665;p25"/>
              <p:cNvSpPr/>
              <p:nvPr/>
            </p:nvSpPr>
            <p:spPr>
              <a:xfrm>
                <a:off x="5401276" y="1651521"/>
                <a:ext cx="1966177" cy="115011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25"/>
              <p:cNvSpPr/>
              <p:nvPr/>
            </p:nvSpPr>
            <p:spPr>
              <a:xfrm>
                <a:off x="5401276" y="1531636"/>
                <a:ext cx="1966109" cy="119885"/>
              </a:xfrm>
              <a:custGeom>
                <a:rect b="b" l="l" r="r" t="t"/>
                <a:pathLst>
                  <a:path extrusionOk="0" h="153" w="2512">
                    <a:moveTo>
                      <a:pt x="2512" y="73"/>
                    </a:moveTo>
                    <a:cubicBezTo>
                      <a:pt x="2512" y="153"/>
                      <a:pt x="2512" y="153"/>
                      <a:pt x="2512" y="153"/>
                    </a:cubicBezTo>
                    <a:cubicBezTo>
                      <a:pt x="0" y="153"/>
                      <a:pt x="0" y="153"/>
                      <a:pt x="0" y="153"/>
                    </a:cubicBezTo>
                    <a:cubicBezTo>
                      <a:pt x="0" y="73"/>
                      <a:pt x="0" y="73"/>
                      <a:pt x="0" y="73"/>
                    </a:cubicBezTo>
                    <a:cubicBezTo>
                      <a:pt x="0" y="33"/>
                      <a:pt x="32" y="0"/>
                      <a:pt x="72" y="0"/>
                    </a:cubicBezTo>
                    <a:cubicBezTo>
                      <a:pt x="2440" y="0"/>
                      <a:pt x="2440" y="0"/>
                      <a:pt x="2440" y="0"/>
                    </a:cubicBezTo>
                    <a:cubicBezTo>
                      <a:pt x="2480" y="0"/>
                      <a:pt x="2512" y="33"/>
                      <a:pt x="2512" y="73"/>
                    </a:cubicBezTo>
                    <a:close/>
                  </a:path>
                </a:pathLst>
              </a:custGeom>
              <a:solidFill>
                <a:srgbClr val="4C69B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25"/>
              <p:cNvSpPr/>
              <p:nvPr/>
            </p:nvSpPr>
            <p:spPr>
              <a:xfrm>
                <a:off x="5454368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25"/>
              <p:cNvSpPr/>
              <p:nvPr/>
            </p:nvSpPr>
            <p:spPr>
              <a:xfrm>
                <a:off x="5538287" y="1564176"/>
                <a:ext cx="55586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25"/>
              <p:cNvSpPr/>
              <p:nvPr/>
            </p:nvSpPr>
            <p:spPr>
              <a:xfrm>
                <a:off x="5623919" y="1564176"/>
                <a:ext cx="54780" cy="5478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25"/>
              <p:cNvSpPr/>
              <p:nvPr/>
            </p:nvSpPr>
            <p:spPr>
              <a:xfrm>
                <a:off x="5498040" y="1803090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5"/>
              <p:cNvSpPr/>
              <p:nvPr/>
            </p:nvSpPr>
            <p:spPr>
              <a:xfrm>
                <a:off x="5498040" y="1983774"/>
                <a:ext cx="1773372" cy="6713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5"/>
              <p:cNvSpPr/>
              <p:nvPr/>
            </p:nvSpPr>
            <p:spPr>
              <a:xfrm>
                <a:off x="5498040" y="2165314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25"/>
              <p:cNvSpPr/>
              <p:nvPr/>
            </p:nvSpPr>
            <p:spPr>
              <a:xfrm>
                <a:off x="5498040" y="2345997"/>
                <a:ext cx="1773372" cy="5908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25"/>
              <p:cNvSpPr/>
              <p:nvPr/>
            </p:nvSpPr>
            <p:spPr>
              <a:xfrm>
                <a:off x="5498040" y="1888722"/>
                <a:ext cx="1773436" cy="834914"/>
              </a:xfrm>
              <a:custGeom>
                <a:rect b="b" l="l" r="r" t="t"/>
                <a:pathLst>
                  <a:path extrusionOk="0" h="1067" w="2266">
                    <a:moveTo>
                      <a:pt x="0" y="232"/>
                    </a:moveTo>
                    <a:cubicBezTo>
                      <a:pt x="137" y="97"/>
                      <a:pt x="137" y="97"/>
                      <a:pt x="137" y="97"/>
                    </a:cubicBezTo>
                    <a:cubicBezTo>
                      <a:pt x="226" y="9"/>
                      <a:pt x="367" y="0"/>
                      <a:pt x="466" y="76"/>
                    </a:cubicBezTo>
                    <a:cubicBezTo>
                      <a:pt x="852" y="371"/>
                      <a:pt x="852" y="371"/>
                      <a:pt x="852" y="371"/>
                    </a:cubicBezTo>
                    <a:cubicBezTo>
                      <a:pt x="949" y="446"/>
                      <a:pt x="1085" y="440"/>
                      <a:pt x="1174" y="357"/>
                    </a:cubicBezTo>
                    <a:cubicBezTo>
                      <a:pt x="1235" y="302"/>
                      <a:pt x="1235" y="302"/>
                      <a:pt x="1235" y="302"/>
                    </a:cubicBezTo>
                    <a:cubicBezTo>
                      <a:pt x="1308" y="235"/>
                      <a:pt x="1413" y="217"/>
                      <a:pt x="1504" y="256"/>
                    </a:cubicBezTo>
                    <a:cubicBezTo>
                      <a:pt x="2266" y="584"/>
                      <a:pt x="2266" y="584"/>
                      <a:pt x="2266" y="584"/>
                    </a:cubicBezTo>
                    <a:cubicBezTo>
                      <a:pt x="2266" y="1067"/>
                      <a:pt x="2266" y="1067"/>
                      <a:pt x="2266" y="1067"/>
                    </a:cubicBezTo>
                    <a:cubicBezTo>
                      <a:pt x="0" y="1067"/>
                      <a:pt x="0" y="1067"/>
                      <a:pt x="0" y="1067"/>
                    </a:cubicBezTo>
                    <a:lnTo>
                      <a:pt x="0" y="232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25"/>
              <p:cNvSpPr/>
              <p:nvPr/>
            </p:nvSpPr>
            <p:spPr>
              <a:xfrm>
                <a:off x="5498040" y="1923831"/>
                <a:ext cx="1773436" cy="799805"/>
              </a:xfrm>
              <a:custGeom>
                <a:rect b="b" l="l" r="r" t="t"/>
                <a:pathLst>
                  <a:path extrusionOk="0" h="1022" w="2266">
                    <a:moveTo>
                      <a:pt x="0" y="1022"/>
                    </a:moveTo>
                    <a:cubicBezTo>
                      <a:pt x="371" y="590"/>
                      <a:pt x="371" y="590"/>
                      <a:pt x="371" y="590"/>
                    </a:cubicBezTo>
                    <a:cubicBezTo>
                      <a:pt x="468" y="477"/>
                      <a:pt x="643" y="473"/>
                      <a:pt x="745" y="582"/>
                    </a:cubicBezTo>
                    <a:cubicBezTo>
                      <a:pt x="840" y="683"/>
                      <a:pt x="998" y="688"/>
                      <a:pt x="1100" y="594"/>
                    </a:cubicBezTo>
                    <a:cubicBezTo>
                      <a:pt x="1634" y="99"/>
                      <a:pt x="1634" y="99"/>
                      <a:pt x="1634" y="99"/>
                    </a:cubicBezTo>
                    <a:cubicBezTo>
                      <a:pt x="1741" y="0"/>
                      <a:pt x="1909" y="12"/>
                      <a:pt x="2001" y="125"/>
                    </a:cubicBezTo>
                    <a:cubicBezTo>
                      <a:pt x="2266" y="453"/>
                      <a:pt x="2266" y="453"/>
                      <a:pt x="2266" y="453"/>
                    </a:cubicBezTo>
                    <a:cubicBezTo>
                      <a:pt x="2266" y="1022"/>
                      <a:pt x="2266" y="1022"/>
                      <a:pt x="2266" y="1022"/>
                    </a:cubicBezTo>
                    <a:lnTo>
                      <a:pt x="0" y="102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6" name="Google Shape;676;p25"/>
            <p:cNvGrpSpPr/>
            <p:nvPr/>
          </p:nvGrpSpPr>
          <p:grpSpPr>
            <a:xfrm>
              <a:off x="6490512" y="1274487"/>
              <a:ext cx="570358" cy="534450"/>
              <a:chOff x="6490512" y="890962"/>
              <a:chExt cx="570358" cy="534450"/>
            </a:xfrm>
          </p:grpSpPr>
          <p:sp>
            <p:nvSpPr>
              <p:cNvPr id="677" name="Google Shape;677;p25"/>
              <p:cNvSpPr/>
              <p:nvPr/>
            </p:nvSpPr>
            <p:spPr>
              <a:xfrm>
                <a:off x="6490512" y="946623"/>
                <a:ext cx="570358" cy="47878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8" name="Google Shape;678;p25"/>
              <p:cNvSpPr/>
              <p:nvPr/>
            </p:nvSpPr>
            <p:spPr>
              <a:xfrm>
                <a:off x="6581282" y="1372215"/>
                <a:ext cx="88883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9" name="Google Shape;679;p25"/>
              <p:cNvSpPr/>
              <p:nvPr/>
            </p:nvSpPr>
            <p:spPr>
              <a:xfrm>
                <a:off x="6530758" y="1361939"/>
                <a:ext cx="34372" cy="35177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25"/>
              <p:cNvSpPr/>
              <p:nvPr/>
            </p:nvSpPr>
            <p:spPr>
              <a:xfrm>
                <a:off x="6938367" y="1372215"/>
                <a:ext cx="89958" cy="14501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25"/>
              <p:cNvSpPr/>
              <p:nvPr/>
            </p:nvSpPr>
            <p:spPr>
              <a:xfrm>
                <a:off x="6888700" y="1361939"/>
                <a:ext cx="35177" cy="3517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25"/>
              <p:cNvSpPr/>
              <p:nvPr/>
            </p:nvSpPr>
            <p:spPr>
              <a:xfrm>
                <a:off x="6490512" y="890962"/>
                <a:ext cx="570309" cy="55661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25"/>
              <p:cNvSpPr/>
              <p:nvPr/>
            </p:nvSpPr>
            <p:spPr>
              <a:xfrm>
                <a:off x="651448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25"/>
              <p:cNvSpPr/>
              <p:nvPr/>
            </p:nvSpPr>
            <p:spPr>
              <a:xfrm>
                <a:off x="6553879" y="906376"/>
                <a:ext cx="25779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25"/>
              <p:cNvSpPr/>
              <p:nvPr/>
            </p:nvSpPr>
            <p:spPr>
              <a:xfrm>
                <a:off x="6593270" y="906376"/>
                <a:ext cx="26584" cy="25779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25"/>
              <p:cNvSpPr/>
              <p:nvPr/>
            </p:nvSpPr>
            <p:spPr>
              <a:xfrm>
                <a:off x="6591557" y="980876"/>
                <a:ext cx="368100" cy="36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25"/>
              <p:cNvSpPr/>
              <p:nvPr/>
            </p:nvSpPr>
            <p:spPr>
              <a:xfrm>
                <a:off x="6654069" y="1044243"/>
                <a:ext cx="236344" cy="236344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25"/>
              <p:cNvSpPr/>
              <p:nvPr/>
            </p:nvSpPr>
            <p:spPr>
              <a:xfrm>
                <a:off x="6635229" y="1037393"/>
                <a:ext cx="116460" cy="110466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" name="Google Shape;689;p25"/>
            <p:cNvGrpSpPr/>
            <p:nvPr/>
          </p:nvGrpSpPr>
          <p:grpSpPr>
            <a:xfrm>
              <a:off x="5094926" y="2317556"/>
              <a:ext cx="717033" cy="1014339"/>
              <a:chOff x="5094926" y="2317556"/>
              <a:chExt cx="717033" cy="1014339"/>
            </a:xfrm>
          </p:grpSpPr>
          <p:sp>
            <p:nvSpPr>
              <p:cNvPr id="690" name="Google Shape;690;p25"/>
              <p:cNvSpPr/>
              <p:nvPr/>
            </p:nvSpPr>
            <p:spPr>
              <a:xfrm>
                <a:off x="5094926" y="2395159"/>
                <a:ext cx="717033" cy="93673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25"/>
              <p:cNvSpPr/>
              <p:nvPr/>
            </p:nvSpPr>
            <p:spPr>
              <a:xfrm>
                <a:off x="5094926" y="2317556"/>
                <a:ext cx="717009" cy="7760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25"/>
              <p:cNvSpPr/>
              <p:nvPr/>
            </p:nvSpPr>
            <p:spPr>
              <a:xfrm>
                <a:off x="512880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25"/>
              <p:cNvSpPr/>
              <p:nvPr/>
            </p:nvSpPr>
            <p:spPr>
              <a:xfrm>
                <a:off x="5183458" y="2338323"/>
                <a:ext cx="35989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25"/>
              <p:cNvSpPr/>
              <p:nvPr/>
            </p:nvSpPr>
            <p:spPr>
              <a:xfrm>
                <a:off x="5239202" y="2338323"/>
                <a:ext cx="34961" cy="3496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5"/>
              <p:cNvSpPr/>
              <p:nvPr/>
            </p:nvSpPr>
            <p:spPr>
              <a:xfrm>
                <a:off x="5209690" y="2827988"/>
                <a:ext cx="111394" cy="162806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25"/>
              <p:cNvSpPr/>
              <p:nvPr/>
            </p:nvSpPr>
            <p:spPr>
              <a:xfrm>
                <a:off x="5379106" y="2715409"/>
                <a:ext cx="112422" cy="275571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25"/>
              <p:cNvSpPr/>
              <p:nvPr/>
            </p:nvSpPr>
            <p:spPr>
              <a:xfrm>
                <a:off x="5548521" y="2613760"/>
                <a:ext cx="111394" cy="377025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25"/>
              <p:cNvSpPr/>
              <p:nvPr/>
            </p:nvSpPr>
            <p:spPr>
              <a:xfrm>
                <a:off x="5249039" y="2446530"/>
                <a:ext cx="351946" cy="353041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rgbClr val="38477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25"/>
              <p:cNvSpPr/>
              <p:nvPr/>
            </p:nvSpPr>
            <p:spPr>
              <a:xfrm>
                <a:off x="5176900" y="3061891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25"/>
              <p:cNvSpPr/>
              <p:nvPr/>
            </p:nvSpPr>
            <p:spPr>
              <a:xfrm>
                <a:off x="5176900" y="3122006"/>
                <a:ext cx="551828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25"/>
              <p:cNvSpPr/>
              <p:nvPr/>
            </p:nvSpPr>
            <p:spPr>
              <a:xfrm>
                <a:off x="5237016" y="3182121"/>
                <a:ext cx="431522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25"/>
              <p:cNvSpPr/>
              <p:nvPr/>
            </p:nvSpPr>
            <p:spPr>
              <a:xfrm>
                <a:off x="5314619" y="3242236"/>
                <a:ext cx="276599" cy="22964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03" name="Google Shape;703;p25"/>
            <p:cNvSpPr/>
            <p:nvPr/>
          </p:nvSpPr>
          <p:spPr>
            <a:xfrm>
              <a:off x="5914065" y="760436"/>
              <a:ext cx="232055" cy="38276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7710871" y="1262143"/>
              <a:ext cx="301600" cy="49757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5" name="Google Shape;705;p25"/>
            <p:cNvGrpSpPr/>
            <p:nvPr/>
          </p:nvGrpSpPr>
          <p:grpSpPr>
            <a:xfrm>
              <a:off x="6655110" y="1951719"/>
              <a:ext cx="1239180" cy="2255353"/>
              <a:chOff x="7710885" y="1951719"/>
              <a:chExt cx="1239180" cy="2255353"/>
            </a:xfrm>
          </p:grpSpPr>
          <p:sp>
            <p:nvSpPr>
              <p:cNvPr id="706" name="Google Shape;706;p25"/>
              <p:cNvSpPr/>
              <p:nvPr/>
            </p:nvSpPr>
            <p:spPr>
              <a:xfrm>
                <a:off x="7999817" y="4017723"/>
                <a:ext cx="409554" cy="189349"/>
              </a:xfrm>
              <a:custGeom>
                <a:rect b="b" l="l" r="r" t="t"/>
                <a:pathLst>
                  <a:path extrusionOk="0" h="206" w="446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6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25"/>
              <p:cNvSpPr/>
              <p:nvPr/>
            </p:nvSpPr>
            <p:spPr>
              <a:xfrm>
                <a:off x="8421293" y="4017723"/>
                <a:ext cx="409554" cy="189349"/>
              </a:xfrm>
              <a:custGeom>
                <a:rect b="b" l="l" r="r" t="t"/>
                <a:pathLst>
                  <a:path extrusionOk="0" h="206" w="446">
                    <a:moveTo>
                      <a:pt x="446" y="206"/>
                    </a:moveTo>
                    <a:cubicBezTo>
                      <a:pt x="417" y="10"/>
                      <a:pt x="417" y="10"/>
                      <a:pt x="417" y="10"/>
                    </a:cubicBezTo>
                    <a:cubicBezTo>
                      <a:pt x="395" y="0"/>
                      <a:pt x="253" y="23"/>
                      <a:pt x="253" y="23"/>
                    </a:cubicBezTo>
                    <a:cubicBezTo>
                      <a:pt x="253" y="23"/>
                      <a:pt x="234" y="72"/>
                      <a:pt x="202" y="83"/>
                    </a:cubicBezTo>
                    <a:cubicBezTo>
                      <a:pt x="169" y="93"/>
                      <a:pt x="0" y="68"/>
                      <a:pt x="0" y="206"/>
                    </a:cubicBezTo>
                    <a:lnTo>
                      <a:pt x="446" y="20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25"/>
              <p:cNvSpPr/>
              <p:nvPr/>
            </p:nvSpPr>
            <p:spPr>
              <a:xfrm>
                <a:off x="8168829" y="2965085"/>
                <a:ext cx="673940" cy="1132586"/>
              </a:xfrm>
              <a:custGeom>
                <a:rect b="b" l="l" r="r" t="t"/>
                <a:pathLst>
                  <a:path extrusionOk="0" h="1232" w="734">
                    <a:moveTo>
                      <a:pt x="136" y="0"/>
                    </a:moveTo>
                    <a:cubicBezTo>
                      <a:pt x="19" y="622"/>
                      <a:pt x="19" y="622"/>
                      <a:pt x="19" y="622"/>
                    </a:cubicBezTo>
                    <a:cubicBezTo>
                      <a:pt x="0" y="1201"/>
                      <a:pt x="0" y="1201"/>
                      <a:pt x="0" y="1201"/>
                    </a:cubicBezTo>
                    <a:cubicBezTo>
                      <a:pt x="0" y="1201"/>
                      <a:pt x="202" y="1223"/>
                      <a:pt x="282" y="1201"/>
                    </a:cubicBezTo>
                    <a:cubicBezTo>
                      <a:pt x="284" y="657"/>
                      <a:pt x="284" y="657"/>
                      <a:pt x="284" y="657"/>
                    </a:cubicBezTo>
                    <a:cubicBezTo>
                      <a:pt x="367" y="278"/>
                      <a:pt x="367" y="278"/>
                      <a:pt x="367" y="278"/>
                    </a:cubicBezTo>
                    <a:cubicBezTo>
                      <a:pt x="434" y="1215"/>
                      <a:pt x="434" y="1215"/>
                      <a:pt x="434" y="1215"/>
                    </a:cubicBezTo>
                    <a:cubicBezTo>
                      <a:pt x="434" y="1215"/>
                      <a:pt x="647" y="1232"/>
                      <a:pt x="734" y="1201"/>
                    </a:cubicBezTo>
                    <a:cubicBezTo>
                      <a:pt x="635" y="0"/>
                      <a:pt x="635" y="0"/>
                      <a:pt x="635" y="0"/>
                    </a:cubicBezTo>
                    <a:cubicBezTo>
                      <a:pt x="136" y="0"/>
                      <a:pt x="136" y="0"/>
                      <a:pt x="136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25"/>
              <p:cNvSpPr/>
              <p:nvPr/>
            </p:nvSpPr>
            <p:spPr>
              <a:xfrm>
                <a:off x="8051713" y="2361974"/>
                <a:ext cx="343633" cy="682356"/>
              </a:xfrm>
              <a:custGeom>
                <a:rect b="b" l="l" r="r" t="t"/>
                <a:pathLst>
                  <a:path extrusionOk="0" h="743" w="374">
                    <a:moveTo>
                      <a:pt x="343" y="587"/>
                    </a:moveTo>
                    <a:cubicBezTo>
                      <a:pt x="335" y="602"/>
                      <a:pt x="300" y="626"/>
                      <a:pt x="270" y="646"/>
                    </a:cubicBezTo>
                    <a:cubicBezTo>
                      <a:pt x="248" y="661"/>
                      <a:pt x="228" y="673"/>
                      <a:pt x="224" y="676"/>
                    </a:cubicBezTo>
                    <a:cubicBezTo>
                      <a:pt x="215" y="681"/>
                      <a:pt x="207" y="686"/>
                      <a:pt x="198" y="690"/>
                    </a:cubicBezTo>
                    <a:cubicBezTo>
                      <a:pt x="116" y="734"/>
                      <a:pt x="0" y="743"/>
                      <a:pt x="0" y="743"/>
                    </a:cubicBezTo>
                    <a:cubicBezTo>
                      <a:pt x="5" y="519"/>
                      <a:pt x="5" y="519"/>
                      <a:pt x="5" y="519"/>
                    </a:cubicBezTo>
                    <a:cubicBezTo>
                      <a:pt x="129" y="490"/>
                      <a:pt x="129" y="490"/>
                      <a:pt x="129" y="490"/>
                    </a:cubicBezTo>
                    <a:cubicBezTo>
                      <a:pt x="129" y="490"/>
                      <a:pt x="221" y="136"/>
                      <a:pt x="240" y="86"/>
                    </a:cubicBezTo>
                    <a:cubicBezTo>
                      <a:pt x="259" y="36"/>
                      <a:pt x="355" y="0"/>
                      <a:pt x="355" y="0"/>
                    </a:cubicBezTo>
                    <a:cubicBezTo>
                      <a:pt x="346" y="67"/>
                      <a:pt x="346" y="67"/>
                      <a:pt x="346" y="67"/>
                    </a:cubicBezTo>
                    <a:cubicBezTo>
                      <a:pt x="348" y="371"/>
                      <a:pt x="348" y="371"/>
                      <a:pt x="348" y="371"/>
                    </a:cubicBezTo>
                    <a:cubicBezTo>
                      <a:pt x="345" y="444"/>
                      <a:pt x="374" y="529"/>
                      <a:pt x="343" y="587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25"/>
              <p:cNvSpPr/>
              <p:nvPr/>
            </p:nvSpPr>
            <p:spPr>
              <a:xfrm>
                <a:off x="7986493" y="2838852"/>
                <a:ext cx="130500" cy="2055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25"/>
              <p:cNvSpPr/>
              <p:nvPr/>
            </p:nvSpPr>
            <p:spPr>
              <a:xfrm>
                <a:off x="8234049" y="2584283"/>
                <a:ext cx="113609" cy="411658"/>
              </a:xfrm>
              <a:custGeom>
                <a:rect b="b" l="l" r="r" t="t"/>
                <a:pathLst>
                  <a:path extrusionOk="0" h="448" w="124">
                    <a:moveTo>
                      <a:pt x="67" y="275"/>
                    </a:moveTo>
                    <a:cubicBezTo>
                      <a:pt x="64" y="285"/>
                      <a:pt x="60" y="291"/>
                      <a:pt x="55" y="295"/>
                    </a:cubicBezTo>
                    <a:cubicBezTo>
                      <a:pt x="51" y="300"/>
                      <a:pt x="45" y="301"/>
                      <a:pt x="41" y="302"/>
                    </a:cubicBezTo>
                    <a:cubicBezTo>
                      <a:pt x="0" y="448"/>
                      <a:pt x="0" y="448"/>
                      <a:pt x="0" y="448"/>
                    </a:cubicBezTo>
                    <a:cubicBezTo>
                      <a:pt x="9" y="444"/>
                      <a:pt x="17" y="439"/>
                      <a:pt x="26" y="434"/>
                    </a:cubicBezTo>
                    <a:cubicBezTo>
                      <a:pt x="28" y="432"/>
                      <a:pt x="38" y="426"/>
                      <a:pt x="50" y="418"/>
                    </a:cubicBezTo>
                    <a:cubicBezTo>
                      <a:pt x="71" y="298"/>
                      <a:pt x="71" y="298"/>
                      <a:pt x="71" y="298"/>
                    </a:cubicBezTo>
                    <a:cubicBezTo>
                      <a:pt x="67" y="296"/>
                      <a:pt x="64" y="293"/>
                      <a:pt x="64" y="293"/>
                    </a:cubicBezTo>
                    <a:cubicBezTo>
                      <a:pt x="67" y="275"/>
                      <a:pt x="67" y="275"/>
                      <a:pt x="67" y="275"/>
                    </a:cubicBezTo>
                    <a:moveTo>
                      <a:pt x="124" y="0"/>
                    </a:moveTo>
                    <a:cubicBezTo>
                      <a:pt x="85" y="143"/>
                      <a:pt x="85" y="143"/>
                      <a:pt x="85" y="143"/>
                    </a:cubicBezTo>
                    <a:cubicBezTo>
                      <a:pt x="88" y="143"/>
                      <a:pt x="93" y="144"/>
                      <a:pt x="99" y="145"/>
                    </a:cubicBezTo>
                    <a:cubicBezTo>
                      <a:pt x="122" y="14"/>
                      <a:pt x="122" y="14"/>
                      <a:pt x="122" y="14"/>
                    </a:cubicBezTo>
                    <a:cubicBezTo>
                      <a:pt x="124" y="0"/>
                      <a:pt x="124" y="0"/>
                      <a:pt x="124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25"/>
              <p:cNvSpPr/>
              <p:nvPr/>
            </p:nvSpPr>
            <p:spPr>
              <a:xfrm>
                <a:off x="8264204" y="2298858"/>
                <a:ext cx="522463" cy="815601"/>
              </a:xfrm>
              <a:custGeom>
                <a:rect b="b" l="l" r="r" t="t"/>
                <a:pathLst>
                  <a:path extrusionOk="0" h="887" w="569">
                    <a:moveTo>
                      <a:pt x="550" y="796"/>
                    </a:moveTo>
                    <a:cubicBezTo>
                      <a:pt x="555" y="837"/>
                      <a:pt x="555" y="837"/>
                      <a:pt x="555" y="837"/>
                    </a:cubicBezTo>
                    <a:cubicBezTo>
                      <a:pt x="484" y="882"/>
                      <a:pt x="303" y="887"/>
                      <a:pt x="190" y="875"/>
                    </a:cubicBezTo>
                    <a:cubicBezTo>
                      <a:pt x="114" y="867"/>
                      <a:pt x="8" y="832"/>
                      <a:pt x="0" y="825"/>
                    </a:cubicBezTo>
                    <a:cubicBezTo>
                      <a:pt x="99" y="268"/>
                      <a:pt x="99" y="268"/>
                      <a:pt x="99" y="268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5" y="91"/>
                      <a:pt x="75" y="91"/>
                      <a:pt x="75" y="91"/>
                    </a:cubicBezTo>
                    <a:cubicBezTo>
                      <a:pt x="79" y="89"/>
                      <a:pt x="131" y="65"/>
                      <a:pt x="182" y="42"/>
                    </a:cubicBezTo>
                    <a:cubicBezTo>
                      <a:pt x="189" y="39"/>
                      <a:pt x="196" y="36"/>
                      <a:pt x="202" y="33"/>
                    </a:cubicBezTo>
                    <a:cubicBezTo>
                      <a:pt x="239" y="16"/>
                      <a:pt x="272" y="2"/>
                      <a:pt x="280" y="0"/>
                    </a:cubicBezTo>
                    <a:cubicBezTo>
                      <a:pt x="303" y="1"/>
                      <a:pt x="370" y="4"/>
                      <a:pt x="370" y="4"/>
                    </a:cubicBezTo>
                    <a:cubicBezTo>
                      <a:pt x="382" y="7"/>
                      <a:pt x="393" y="11"/>
                      <a:pt x="405" y="16"/>
                    </a:cubicBezTo>
                    <a:cubicBezTo>
                      <a:pt x="481" y="44"/>
                      <a:pt x="569" y="85"/>
                      <a:pt x="569" y="85"/>
                    </a:cubicBezTo>
                    <a:cubicBezTo>
                      <a:pt x="499" y="328"/>
                      <a:pt x="499" y="328"/>
                      <a:pt x="499" y="328"/>
                    </a:cubicBezTo>
                    <a:cubicBezTo>
                      <a:pt x="501" y="344"/>
                      <a:pt x="501" y="344"/>
                      <a:pt x="501" y="344"/>
                    </a:cubicBezTo>
                    <a:cubicBezTo>
                      <a:pt x="550" y="796"/>
                      <a:pt x="550" y="796"/>
                      <a:pt x="550" y="796"/>
                    </a:cubicBezTo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25"/>
              <p:cNvSpPr/>
              <p:nvPr/>
            </p:nvSpPr>
            <p:spPr>
              <a:xfrm>
                <a:off x="8394644" y="2599011"/>
                <a:ext cx="374490" cy="431294"/>
              </a:xfrm>
              <a:custGeom>
                <a:rect b="b" l="l" r="r" t="t"/>
                <a:pathLst>
                  <a:path extrusionOk="0" h="470" w="408">
                    <a:moveTo>
                      <a:pt x="336" y="0"/>
                    </a:moveTo>
                    <a:cubicBezTo>
                      <a:pt x="281" y="217"/>
                      <a:pt x="281" y="217"/>
                      <a:pt x="281" y="217"/>
                    </a:cubicBezTo>
                    <a:cubicBezTo>
                      <a:pt x="0" y="286"/>
                      <a:pt x="0" y="286"/>
                      <a:pt x="0" y="286"/>
                    </a:cubicBezTo>
                    <a:cubicBezTo>
                      <a:pt x="0" y="286"/>
                      <a:pt x="129" y="397"/>
                      <a:pt x="408" y="470"/>
                    </a:cubicBezTo>
                    <a:cubicBezTo>
                      <a:pt x="359" y="18"/>
                      <a:pt x="359" y="18"/>
                      <a:pt x="359" y="18"/>
                    </a:cubicBezTo>
                    <a:cubicBezTo>
                      <a:pt x="336" y="0"/>
                      <a:pt x="336" y="0"/>
                      <a:pt x="336" y="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25"/>
              <p:cNvSpPr/>
              <p:nvPr/>
            </p:nvSpPr>
            <p:spPr>
              <a:xfrm>
                <a:off x="8473890" y="2174028"/>
                <a:ext cx="133245" cy="263685"/>
              </a:xfrm>
              <a:custGeom>
                <a:rect b="b" l="l" r="r" t="t"/>
                <a:pathLst>
                  <a:path extrusionOk="0" h="287" w="145">
                    <a:moveTo>
                      <a:pt x="145" y="0"/>
                    </a:moveTo>
                    <a:cubicBezTo>
                      <a:pt x="144" y="45"/>
                      <a:pt x="144" y="45"/>
                      <a:pt x="144" y="45"/>
                    </a:cubicBezTo>
                    <a:cubicBezTo>
                      <a:pt x="144" y="46"/>
                      <a:pt x="144" y="46"/>
                      <a:pt x="144" y="46"/>
                    </a:cubicBezTo>
                    <a:cubicBezTo>
                      <a:pt x="142" y="140"/>
                      <a:pt x="142" y="140"/>
                      <a:pt x="142" y="140"/>
                    </a:cubicBezTo>
                    <a:cubicBezTo>
                      <a:pt x="138" y="156"/>
                      <a:pt x="90" y="287"/>
                      <a:pt x="37" y="284"/>
                    </a:cubicBezTo>
                    <a:cubicBezTo>
                      <a:pt x="5" y="283"/>
                      <a:pt x="0" y="232"/>
                      <a:pt x="2" y="194"/>
                    </a:cubicBezTo>
                    <a:cubicBezTo>
                      <a:pt x="2" y="187"/>
                      <a:pt x="2" y="180"/>
                      <a:pt x="3" y="174"/>
                    </a:cubicBezTo>
                    <a:cubicBezTo>
                      <a:pt x="4" y="161"/>
                      <a:pt x="5" y="152"/>
                      <a:pt x="5" y="152"/>
                    </a:cubicBezTo>
                    <a:cubicBezTo>
                      <a:pt x="6" y="148"/>
                      <a:pt x="6" y="148"/>
                      <a:pt x="6" y="148"/>
                    </a:cubicBezTo>
                    <a:cubicBezTo>
                      <a:pt x="19" y="95"/>
                      <a:pt x="19" y="95"/>
                      <a:pt x="19" y="95"/>
                    </a:cubicBezTo>
                    <a:cubicBezTo>
                      <a:pt x="20" y="93"/>
                      <a:pt x="21" y="90"/>
                      <a:pt x="22" y="87"/>
                    </a:cubicBezTo>
                    <a:cubicBezTo>
                      <a:pt x="29" y="75"/>
                      <a:pt x="39" y="64"/>
                      <a:pt x="51" y="54"/>
                    </a:cubicBezTo>
                    <a:cubicBezTo>
                      <a:pt x="89" y="24"/>
                      <a:pt x="145" y="0"/>
                      <a:pt x="145" y="0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25"/>
              <p:cNvSpPr/>
              <p:nvPr/>
            </p:nvSpPr>
            <p:spPr>
              <a:xfrm>
                <a:off x="8605733" y="2215404"/>
                <a:ext cx="0" cy="1403"/>
              </a:xfrm>
              <a:custGeom>
                <a:rect b="b" l="l" r="r" t="t"/>
                <a:pathLst>
                  <a:path extrusionOk="0" h="1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0" y="1"/>
                      <a:pt x="0" y="0"/>
                      <a:pt x="0" y="0"/>
                    </a:cubicBezTo>
                  </a:path>
                </a:pathLst>
              </a:custGeom>
              <a:solidFill>
                <a:srgbClr val="FFBFA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25"/>
              <p:cNvSpPr/>
              <p:nvPr/>
            </p:nvSpPr>
            <p:spPr>
              <a:xfrm>
                <a:off x="8475293" y="2216807"/>
                <a:ext cx="130440" cy="135349"/>
              </a:xfrm>
              <a:custGeom>
                <a:rect b="b" l="l" r="r" t="t"/>
                <a:pathLst>
                  <a:path extrusionOk="0" h="148" w="142">
                    <a:moveTo>
                      <a:pt x="142" y="0"/>
                    </a:moveTo>
                    <a:cubicBezTo>
                      <a:pt x="119" y="40"/>
                      <a:pt x="59" y="105"/>
                      <a:pt x="10" y="108"/>
                    </a:cubicBezTo>
                    <a:cubicBezTo>
                      <a:pt x="9" y="108"/>
                      <a:pt x="8" y="108"/>
                      <a:pt x="7" y="108"/>
                    </a:cubicBezTo>
                    <a:cubicBezTo>
                      <a:pt x="6" y="108"/>
                      <a:pt x="5" y="108"/>
                      <a:pt x="3" y="108"/>
                    </a:cubicBezTo>
                    <a:cubicBezTo>
                      <a:pt x="3" y="111"/>
                      <a:pt x="2" y="118"/>
                      <a:pt x="1" y="128"/>
                    </a:cubicBezTo>
                    <a:cubicBezTo>
                      <a:pt x="0" y="134"/>
                      <a:pt x="0" y="141"/>
                      <a:pt x="0" y="148"/>
                    </a:cubicBezTo>
                    <a:cubicBezTo>
                      <a:pt x="103" y="112"/>
                      <a:pt x="138" y="12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  <a:cubicBezTo>
                      <a:pt x="142" y="0"/>
                      <a:pt x="142" y="0"/>
                      <a:pt x="142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25"/>
              <p:cNvSpPr/>
              <p:nvPr/>
            </p:nvSpPr>
            <p:spPr>
              <a:xfrm>
                <a:off x="8181452" y="2713321"/>
                <a:ext cx="231426" cy="161998"/>
              </a:xfrm>
              <a:custGeom>
                <a:rect b="b" l="l" r="r" t="t"/>
                <a:pathLst>
                  <a:path extrusionOk="0" h="176" w="252">
                    <a:moveTo>
                      <a:pt x="158" y="124"/>
                    </a:moveTo>
                    <a:cubicBezTo>
                      <a:pt x="142" y="176"/>
                      <a:pt x="121" y="152"/>
                      <a:pt x="121" y="152"/>
                    </a:cubicBezTo>
                    <a:cubicBezTo>
                      <a:pt x="124" y="134"/>
                      <a:pt x="124" y="134"/>
                      <a:pt x="124" y="134"/>
                    </a:cubicBezTo>
                    <a:cubicBezTo>
                      <a:pt x="121" y="144"/>
                      <a:pt x="117" y="150"/>
                      <a:pt x="112" y="154"/>
                    </a:cubicBezTo>
                    <a:cubicBezTo>
                      <a:pt x="98" y="168"/>
                      <a:pt x="82" y="156"/>
                      <a:pt x="82" y="156"/>
                    </a:cubicBezTo>
                    <a:cubicBezTo>
                      <a:pt x="89" y="139"/>
                      <a:pt x="89" y="139"/>
                      <a:pt x="89" y="139"/>
                    </a:cubicBezTo>
                    <a:cubicBezTo>
                      <a:pt x="85" y="145"/>
                      <a:pt x="81" y="149"/>
                      <a:pt x="77" y="152"/>
                    </a:cubicBezTo>
                    <a:cubicBezTo>
                      <a:pt x="62" y="162"/>
                      <a:pt x="47" y="152"/>
                      <a:pt x="47" y="152"/>
                    </a:cubicBezTo>
                    <a:cubicBezTo>
                      <a:pt x="47" y="152"/>
                      <a:pt x="74" y="83"/>
                      <a:pt x="80" y="78"/>
                    </a:cubicBezTo>
                    <a:cubicBezTo>
                      <a:pt x="85" y="73"/>
                      <a:pt x="125" y="50"/>
                      <a:pt x="125" y="50"/>
                    </a:cubicBezTo>
                    <a:cubicBezTo>
                      <a:pt x="80" y="61"/>
                      <a:pt x="80" y="61"/>
                      <a:pt x="80" y="61"/>
                    </a:cubicBezTo>
                    <a:cubicBezTo>
                      <a:pt x="80" y="61"/>
                      <a:pt x="78" y="68"/>
                      <a:pt x="54" y="95"/>
                    </a:cubicBezTo>
                    <a:cubicBezTo>
                      <a:pt x="29" y="123"/>
                      <a:pt x="0" y="103"/>
                      <a:pt x="0" y="103"/>
                    </a:cubicBezTo>
                    <a:cubicBezTo>
                      <a:pt x="4" y="98"/>
                      <a:pt x="54" y="31"/>
                      <a:pt x="58" y="29"/>
                    </a:cubicBezTo>
                    <a:cubicBezTo>
                      <a:pt x="62" y="26"/>
                      <a:pt x="123" y="0"/>
                      <a:pt x="134" y="1"/>
                    </a:cubicBezTo>
                    <a:cubicBezTo>
                      <a:pt x="146" y="1"/>
                      <a:pt x="246" y="23"/>
                      <a:pt x="246" y="23"/>
                    </a:cubicBezTo>
                    <a:cubicBezTo>
                      <a:pt x="252" y="109"/>
                      <a:pt x="252" y="109"/>
                      <a:pt x="252" y="109"/>
                    </a:cubicBezTo>
                    <a:cubicBezTo>
                      <a:pt x="210" y="157"/>
                      <a:pt x="158" y="124"/>
                      <a:pt x="158" y="12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25"/>
              <p:cNvSpPr/>
              <p:nvPr/>
            </p:nvSpPr>
            <p:spPr>
              <a:xfrm>
                <a:off x="8252282" y="2781346"/>
                <a:ext cx="57506" cy="72233"/>
              </a:xfrm>
              <a:custGeom>
                <a:rect b="b" l="l" r="r" t="t"/>
                <a:pathLst>
                  <a:path extrusionOk="0" h="78" w="63">
                    <a:moveTo>
                      <a:pt x="63" y="0"/>
                    </a:moveTo>
                    <a:cubicBezTo>
                      <a:pt x="26" y="24"/>
                      <a:pt x="26" y="24"/>
                      <a:pt x="26" y="24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4" y="75"/>
                      <a:pt x="8" y="71"/>
                      <a:pt x="12" y="65"/>
                    </a:cubicBezTo>
                    <a:cubicBezTo>
                      <a:pt x="12" y="65"/>
                      <a:pt x="27" y="32"/>
                      <a:pt x="30" y="27"/>
                    </a:cubicBezTo>
                    <a:cubicBezTo>
                      <a:pt x="34" y="22"/>
                      <a:pt x="61" y="1"/>
                      <a:pt x="63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25"/>
              <p:cNvSpPr/>
              <p:nvPr/>
            </p:nvSpPr>
            <p:spPr>
              <a:xfrm>
                <a:off x="8284541" y="2798878"/>
                <a:ext cx="41376" cy="56103"/>
              </a:xfrm>
              <a:custGeom>
                <a:rect b="b" l="l" r="r" t="t"/>
                <a:pathLst>
                  <a:path extrusionOk="0" h="61" w="45">
                    <a:moveTo>
                      <a:pt x="45" y="0"/>
                    </a:moveTo>
                    <a:cubicBezTo>
                      <a:pt x="43" y="1"/>
                      <a:pt x="23" y="9"/>
                      <a:pt x="19" y="12"/>
                    </a:cubicBezTo>
                    <a:cubicBezTo>
                      <a:pt x="16" y="15"/>
                      <a:pt x="4" y="49"/>
                      <a:pt x="0" y="61"/>
                    </a:cubicBezTo>
                    <a:cubicBezTo>
                      <a:pt x="5" y="57"/>
                      <a:pt x="9" y="51"/>
                      <a:pt x="12" y="41"/>
                    </a:cubicBezTo>
                    <a:cubicBezTo>
                      <a:pt x="12" y="41"/>
                      <a:pt x="20" y="20"/>
                      <a:pt x="22" y="15"/>
                    </a:cubicBezTo>
                    <a:cubicBezTo>
                      <a:pt x="24" y="11"/>
                      <a:pt x="43" y="1"/>
                      <a:pt x="45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25"/>
              <p:cNvSpPr/>
              <p:nvPr/>
            </p:nvSpPr>
            <p:spPr>
              <a:xfrm>
                <a:off x="8386930" y="2377403"/>
                <a:ext cx="563136" cy="631162"/>
              </a:xfrm>
              <a:custGeom>
                <a:rect b="b" l="l" r="r" t="t"/>
                <a:pathLst>
                  <a:path extrusionOk="0" h="687" w="613">
                    <a:moveTo>
                      <a:pt x="435" y="0"/>
                    </a:moveTo>
                    <a:cubicBezTo>
                      <a:pt x="510" y="34"/>
                      <a:pt x="613" y="580"/>
                      <a:pt x="538" y="634"/>
                    </a:cubicBezTo>
                    <a:cubicBezTo>
                      <a:pt x="464" y="687"/>
                      <a:pt x="8" y="527"/>
                      <a:pt x="8" y="527"/>
                    </a:cubicBezTo>
                    <a:cubicBezTo>
                      <a:pt x="8" y="527"/>
                      <a:pt x="0" y="425"/>
                      <a:pt x="28" y="381"/>
                    </a:cubicBezTo>
                    <a:cubicBezTo>
                      <a:pt x="367" y="429"/>
                      <a:pt x="367" y="429"/>
                      <a:pt x="367" y="429"/>
                    </a:cubicBezTo>
                    <a:cubicBezTo>
                      <a:pt x="367" y="429"/>
                      <a:pt x="345" y="303"/>
                      <a:pt x="344" y="241"/>
                    </a:cubicBezTo>
                    <a:cubicBezTo>
                      <a:pt x="346" y="114"/>
                      <a:pt x="435" y="0"/>
                      <a:pt x="4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25"/>
              <p:cNvSpPr/>
              <p:nvPr/>
            </p:nvSpPr>
            <p:spPr>
              <a:xfrm>
                <a:off x="7722808" y="2617945"/>
                <a:ext cx="561735" cy="307867"/>
              </a:xfrm>
              <a:custGeom>
                <a:rect b="b" l="l" r="r" t="t"/>
                <a:pathLst>
                  <a:path extrusionOk="0" h="335" w="611">
                    <a:moveTo>
                      <a:pt x="520" y="7"/>
                    </a:moveTo>
                    <a:cubicBezTo>
                      <a:pt x="519" y="3"/>
                      <a:pt x="515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5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20" y="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5"/>
              <p:cNvSpPr/>
              <p:nvPr/>
            </p:nvSpPr>
            <p:spPr>
              <a:xfrm>
                <a:off x="8154803" y="2901267"/>
                <a:ext cx="301500" cy="24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5"/>
              <p:cNvSpPr/>
              <p:nvPr/>
            </p:nvSpPr>
            <p:spPr>
              <a:xfrm>
                <a:off x="7893923" y="2920202"/>
                <a:ext cx="96778" cy="34363"/>
              </a:xfrm>
              <a:custGeom>
                <a:rect b="b" l="l" r="r" t="t"/>
                <a:pathLst>
                  <a:path extrusionOk="0" h="37" w="105">
                    <a:moveTo>
                      <a:pt x="95" y="37"/>
                    </a:moveTo>
                    <a:cubicBezTo>
                      <a:pt x="0" y="30"/>
                      <a:pt x="0" y="30"/>
                      <a:pt x="0" y="30"/>
                    </a:cubicBezTo>
                    <a:cubicBezTo>
                      <a:pt x="0" y="30"/>
                      <a:pt x="1" y="3"/>
                      <a:pt x="33" y="1"/>
                    </a:cubicBezTo>
                    <a:cubicBezTo>
                      <a:pt x="64" y="0"/>
                      <a:pt x="105" y="7"/>
                      <a:pt x="105" y="7"/>
                    </a:cubicBezTo>
                    <a:lnTo>
                      <a:pt x="95" y="37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25"/>
              <p:cNvSpPr/>
              <p:nvPr/>
            </p:nvSpPr>
            <p:spPr>
              <a:xfrm>
                <a:off x="7710885" y="2617945"/>
                <a:ext cx="561735" cy="307867"/>
              </a:xfrm>
              <a:custGeom>
                <a:rect b="b" l="l" r="r" t="t"/>
                <a:pathLst>
                  <a:path extrusionOk="0" h="335" w="611">
                    <a:moveTo>
                      <a:pt x="519" y="7"/>
                    </a:moveTo>
                    <a:cubicBezTo>
                      <a:pt x="518" y="3"/>
                      <a:pt x="514" y="0"/>
                      <a:pt x="510" y="0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4" y="0"/>
                      <a:pt x="0" y="6"/>
                      <a:pt x="2" y="12"/>
                    </a:cubicBezTo>
                    <a:cubicBezTo>
                      <a:pt x="92" y="335"/>
                      <a:pt x="92" y="335"/>
                      <a:pt x="92" y="335"/>
                    </a:cubicBezTo>
                    <a:cubicBezTo>
                      <a:pt x="611" y="335"/>
                      <a:pt x="611" y="335"/>
                      <a:pt x="611" y="335"/>
                    </a:cubicBezTo>
                    <a:lnTo>
                      <a:pt x="519" y="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25"/>
              <p:cNvSpPr/>
              <p:nvPr/>
            </p:nvSpPr>
            <p:spPr>
              <a:xfrm>
                <a:off x="7902338" y="2748385"/>
                <a:ext cx="149463" cy="4501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25"/>
              <p:cNvSpPr/>
              <p:nvPr/>
            </p:nvSpPr>
            <p:spPr>
              <a:xfrm>
                <a:off x="7915662" y="2825528"/>
                <a:ext cx="200569" cy="164102"/>
              </a:xfrm>
              <a:custGeom>
                <a:rect b="b" l="l" r="r" t="t"/>
                <a:pathLst>
                  <a:path extrusionOk="0" h="178" w="218">
                    <a:moveTo>
                      <a:pt x="218" y="109"/>
                    </a:moveTo>
                    <a:cubicBezTo>
                      <a:pt x="214" y="126"/>
                      <a:pt x="204" y="152"/>
                      <a:pt x="183" y="160"/>
                    </a:cubicBezTo>
                    <a:cubicBezTo>
                      <a:pt x="152" y="170"/>
                      <a:pt x="66" y="178"/>
                      <a:pt x="50" y="162"/>
                    </a:cubicBezTo>
                    <a:cubicBezTo>
                      <a:pt x="34" y="146"/>
                      <a:pt x="0" y="28"/>
                      <a:pt x="0" y="28"/>
                    </a:cubicBezTo>
                    <a:cubicBezTo>
                      <a:pt x="0" y="28"/>
                      <a:pt x="23" y="21"/>
                      <a:pt x="34" y="43"/>
                    </a:cubicBezTo>
                    <a:cubicBezTo>
                      <a:pt x="44" y="65"/>
                      <a:pt x="64" y="123"/>
                      <a:pt x="64" y="123"/>
                    </a:cubicBezTo>
                    <a:cubicBezTo>
                      <a:pt x="53" y="3"/>
                      <a:pt x="53" y="3"/>
                      <a:pt x="53" y="3"/>
                    </a:cubicBezTo>
                    <a:cubicBezTo>
                      <a:pt x="53" y="3"/>
                      <a:pt x="69" y="0"/>
                      <a:pt x="78" y="13"/>
                    </a:cubicBezTo>
                    <a:cubicBezTo>
                      <a:pt x="87" y="26"/>
                      <a:pt x="95" y="105"/>
                      <a:pt x="95" y="105"/>
                    </a:cubicBezTo>
                    <a:cubicBezTo>
                      <a:pt x="86" y="7"/>
                      <a:pt x="86" y="7"/>
                      <a:pt x="86" y="7"/>
                    </a:cubicBezTo>
                    <a:cubicBezTo>
                      <a:pt x="86" y="7"/>
                      <a:pt x="110" y="3"/>
                      <a:pt x="114" y="28"/>
                    </a:cubicBezTo>
                    <a:cubicBezTo>
                      <a:pt x="118" y="54"/>
                      <a:pt x="127" y="113"/>
                      <a:pt x="127" y="113"/>
                    </a:cubicBezTo>
                    <a:cubicBezTo>
                      <a:pt x="121" y="44"/>
                      <a:pt x="121" y="44"/>
                      <a:pt x="121" y="44"/>
                    </a:cubicBezTo>
                    <a:cubicBezTo>
                      <a:pt x="121" y="44"/>
                      <a:pt x="143" y="44"/>
                      <a:pt x="148" y="67"/>
                    </a:cubicBezTo>
                    <a:cubicBezTo>
                      <a:pt x="151" y="85"/>
                      <a:pt x="156" y="108"/>
                      <a:pt x="156" y="108"/>
                    </a:cubicBezTo>
                    <a:lnTo>
                      <a:pt x="218" y="109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25"/>
              <p:cNvSpPr/>
              <p:nvPr/>
            </p:nvSpPr>
            <p:spPr>
              <a:xfrm>
                <a:off x="8373606" y="2021848"/>
                <a:ext cx="246854" cy="295945"/>
              </a:xfrm>
              <a:custGeom>
                <a:rect b="b" l="l" r="r" t="t"/>
                <a:pathLst>
                  <a:path extrusionOk="0" h="322" w="269">
                    <a:moveTo>
                      <a:pt x="257" y="204"/>
                    </a:moveTo>
                    <a:cubicBezTo>
                      <a:pt x="238" y="243"/>
                      <a:pt x="173" y="317"/>
                      <a:pt x="121" y="320"/>
                    </a:cubicBezTo>
                    <a:cubicBezTo>
                      <a:pt x="98" y="322"/>
                      <a:pt x="48" y="292"/>
                      <a:pt x="21" y="259"/>
                    </a:cubicBezTo>
                    <a:cubicBezTo>
                      <a:pt x="15" y="251"/>
                      <a:pt x="10" y="236"/>
                      <a:pt x="8" y="218"/>
                    </a:cubicBezTo>
                    <a:cubicBezTo>
                      <a:pt x="7" y="213"/>
                      <a:pt x="6" y="208"/>
                      <a:pt x="5" y="203"/>
                    </a:cubicBezTo>
                    <a:cubicBezTo>
                      <a:pt x="0" y="151"/>
                      <a:pt x="4" y="86"/>
                      <a:pt x="5" y="75"/>
                    </a:cubicBezTo>
                    <a:cubicBezTo>
                      <a:pt x="11" y="46"/>
                      <a:pt x="55" y="22"/>
                      <a:pt x="104" y="15"/>
                    </a:cubicBezTo>
                    <a:cubicBezTo>
                      <a:pt x="202" y="0"/>
                      <a:pt x="223" y="46"/>
                      <a:pt x="223" y="46"/>
                    </a:cubicBezTo>
                    <a:cubicBezTo>
                      <a:pt x="228" y="57"/>
                      <a:pt x="234" y="59"/>
                      <a:pt x="245" y="87"/>
                    </a:cubicBezTo>
                    <a:cubicBezTo>
                      <a:pt x="264" y="133"/>
                      <a:pt x="269" y="180"/>
                      <a:pt x="257" y="204"/>
                    </a:cubicBezTo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25"/>
              <p:cNvSpPr/>
              <p:nvPr/>
            </p:nvSpPr>
            <p:spPr>
              <a:xfrm>
                <a:off x="8516669" y="2180340"/>
                <a:ext cx="41376" cy="23142"/>
              </a:xfrm>
              <a:custGeom>
                <a:rect b="b" l="l" r="r" t="t"/>
                <a:pathLst>
                  <a:path extrusionOk="0" h="25" w="45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25"/>
              <p:cNvSpPr/>
              <p:nvPr/>
            </p:nvSpPr>
            <p:spPr>
              <a:xfrm>
                <a:off x="8377813" y="2206288"/>
                <a:ext cx="25247" cy="16831"/>
              </a:xfrm>
              <a:custGeom>
                <a:rect b="b" l="l" r="r" t="t"/>
                <a:pathLst>
                  <a:path extrusionOk="0" h="18" w="27">
                    <a:moveTo>
                      <a:pt x="8" y="0"/>
                    </a:moveTo>
                    <a:cubicBezTo>
                      <a:pt x="5" y="0"/>
                      <a:pt x="3" y="1"/>
                      <a:pt x="0" y="2"/>
                    </a:cubicBezTo>
                    <a:cubicBezTo>
                      <a:pt x="1" y="7"/>
                      <a:pt x="2" y="12"/>
                      <a:pt x="3" y="17"/>
                    </a:cubicBezTo>
                    <a:cubicBezTo>
                      <a:pt x="4" y="18"/>
                      <a:pt x="6" y="18"/>
                      <a:pt x="8" y="18"/>
                    </a:cubicBezTo>
                    <a:cubicBezTo>
                      <a:pt x="8" y="18"/>
                      <a:pt x="9" y="18"/>
                      <a:pt x="9" y="18"/>
                    </a:cubicBezTo>
                    <a:cubicBezTo>
                      <a:pt x="19" y="18"/>
                      <a:pt x="27" y="10"/>
                      <a:pt x="27" y="10"/>
                    </a:cubicBezTo>
                    <a:cubicBezTo>
                      <a:pt x="27" y="10"/>
                      <a:pt x="20" y="1"/>
                      <a:pt x="9" y="0"/>
                    </a:cubicBezTo>
                    <a:cubicBezTo>
                      <a:pt x="9" y="0"/>
                      <a:pt x="8" y="0"/>
                      <a:pt x="8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25"/>
              <p:cNvSpPr/>
              <p:nvPr/>
            </p:nvSpPr>
            <p:spPr>
              <a:xfrm>
                <a:off x="8404462" y="2170521"/>
                <a:ext cx="19636" cy="39272"/>
              </a:xfrm>
              <a:custGeom>
                <a:rect b="b" l="l" r="r" t="t"/>
                <a:pathLst>
                  <a:path extrusionOk="0" h="43" w="21">
                    <a:moveTo>
                      <a:pt x="19" y="20"/>
                    </a:moveTo>
                    <a:cubicBezTo>
                      <a:pt x="21" y="31"/>
                      <a:pt x="18" y="41"/>
                      <a:pt x="14" y="42"/>
                    </a:cubicBezTo>
                    <a:cubicBezTo>
                      <a:pt x="9" y="43"/>
                      <a:pt x="4" y="34"/>
                      <a:pt x="2" y="23"/>
                    </a:cubicBezTo>
                    <a:cubicBezTo>
                      <a:pt x="0" y="12"/>
                      <a:pt x="2" y="2"/>
                      <a:pt x="7" y="1"/>
                    </a:cubicBezTo>
                    <a:cubicBezTo>
                      <a:pt x="11" y="0"/>
                      <a:pt x="17" y="9"/>
                      <a:pt x="19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25"/>
              <p:cNvSpPr/>
              <p:nvPr/>
            </p:nvSpPr>
            <p:spPr>
              <a:xfrm>
                <a:off x="8472487" y="2158600"/>
                <a:ext cx="18935" cy="39272"/>
              </a:xfrm>
              <a:custGeom>
                <a:rect b="b" l="l" r="r" t="t"/>
                <a:pathLst>
                  <a:path extrusionOk="0" h="43" w="20">
                    <a:moveTo>
                      <a:pt x="18" y="20"/>
                    </a:moveTo>
                    <a:cubicBezTo>
                      <a:pt x="20" y="31"/>
                      <a:pt x="18" y="41"/>
                      <a:pt x="13" y="42"/>
                    </a:cubicBezTo>
                    <a:cubicBezTo>
                      <a:pt x="9" y="43"/>
                      <a:pt x="3" y="34"/>
                      <a:pt x="2" y="23"/>
                    </a:cubicBezTo>
                    <a:cubicBezTo>
                      <a:pt x="0" y="12"/>
                      <a:pt x="2" y="2"/>
                      <a:pt x="6" y="1"/>
                    </a:cubicBezTo>
                    <a:cubicBezTo>
                      <a:pt x="11" y="0"/>
                      <a:pt x="16" y="9"/>
                      <a:pt x="18" y="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25"/>
              <p:cNvSpPr/>
              <p:nvPr/>
            </p:nvSpPr>
            <p:spPr>
              <a:xfrm>
                <a:off x="8465475" y="2102496"/>
                <a:ext cx="64519" cy="59610"/>
              </a:xfrm>
              <a:custGeom>
                <a:rect b="b" l="l" r="r" t="t"/>
                <a:pathLst>
                  <a:path extrusionOk="0" h="65" w="70">
                    <a:moveTo>
                      <a:pt x="0" y="51"/>
                    </a:moveTo>
                    <a:cubicBezTo>
                      <a:pt x="0" y="51"/>
                      <a:pt x="36" y="30"/>
                      <a:pt x="70" y="65"/>
                    </a:cubicBezTo>
                    <a:cubicBezTo>
                      <a:pt x="70" y="65"/>
                      <a:pt x="32" y="0"/>
                      <a:pt x="0" y="5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25"/>
              <p:cNvSpPr/>
              <p:nvPr/>
            </p:nvSpPr>
            <p:spPr>
              <a:xfrm>
                <a:off x="8379917" y="2126340"/>
                <a:ext cx="44883" cy="51194"/>
              </a:xfrm>
              <a:custGeom>
                <a:rect b="b" l="l" r="r" t="t"/>
                <a:pathLst>
                  <a:path extrusionOk="0" h="56" w="49">
                    <a:moveTo>
                      <a:pt x="49" y="30"/>
                    </a:moveTo>
                    <a:cubicBezTo>
                      <a:pt x="49" y="30"/>
                      <a:pt x="16" y="24"/>
                      <a:pt x="0" y="56"/>
                    </a:cubicBezTo>
                    <a:cubicBezTo>
                      <a:pt x="0" y="56"/>
                      <a:pt x="14" y="0"/>
                      <a:pt x="49" y="3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25"/>
              <p:cNvSpPr/>
              <p:nvPr/>
            </p:nvSpPr>
            <p:spPr>
              <a:xfrm>
                <a:off x="8602227" y="2099691"/>
                <a:ext cx="70129" cy="122025"/>
              </a:xfrm>
              <a:custGeom>
                <a:rect b="b" l="l" r="r" t="t"/>
                <a:pathLst>
                  <a:path extrusionOk="0" h="133" w="76">
                    <a:moveTo>
                      <a:pt x="0" y="50"/>
                    </a:moveTo>
                    <a:cubicBezTo>
                      <a:pt x="0" y="50"/>
                      <a:pt x="7" y="8"/>
                      <a:pt x="32" y="4"/>
                    </a:cubicBezTo>
                    <a:cubicBezTo>
                      <a:pt x="58" y="0"/>
                      <a:pt x="76" y="133"/>
                      <a:pt x="6" y="92"/>
                    </a:cubicBezTo>
                    <a:lnTo>
                      <a:pt x="0" y="50"/>
                    </a:lnTo>
                    <a:close/>
                  </a:path>
                </a:pathLst>
              </a:custGeom>
              <a:solidFill>
                <a:srgbClr val="B47256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25"/>
              <p:cNvSpPr/>
              <p:nvPr/>
            </p:nvSpPr>
            <p:spPr>
              <a:xfrm>
                <a:off x="8609941" y="2134054"/>
                <a:ext cx="30156" cy="30857"/>
              </a:xfrm>
              <a:custGeom>
                <a:rect b="b" l="l" r="r" t="t"/>
                <a:pathLst>
                  <a:path extrusionOk="0" h="34" w="33">
                    <a:moveTo>
                      <a:pt x="2" y="34"/>
                    </a:moveTo>
                    <a:cubicBezTo>
                      <a:pt x="3" y="34"/>
                      <a:pt x="4" y="33"/>
                      <a:pt x="4" y="32"/>
                    </a:cubicBezTo>
                    <a:cubicBezTo>
                      <a:pt x="4" y="32"/>
                      <a:pt x="4" y="22"/>
                      <a:pt x="10" y="18"/>
                    </a:cubicBezTo>
                    <a:cubicBezTo>
                      <a:pt x="12" y="17"/>
                      <a:pt x="16" y="17"/>
                      <a:pt x="20" y="19"/>
                    </a:cubicBezTo>
                    <a:cubicBezTo>
                      <a:pt x="21" y="19"/>
                      <a:pt x="22" y="19"/>
                      <a:pt x="22" y="18"/>
                    </a:cubicBezTo>
                    <a:cubicBezTo>
                      <a:pt x="22" y="17"/>
                      <a:pt x="22" y="16"/>
                      <a:pt x="21" y="16"/>
                    </a:cubicBezTo>
                    <a:cubicBezTo>
                      <a:pt x="16" y="14"/>
                      <a:pt x="12" y="14"/>
                      <a:pt x="8" y="16"/>
                    </a:cubicBezTo>
                    <a:cubicBezTo>
                      <a:pt x="7" y="16"/>
                      <a:pt x="6" y="17"/>
                      <a:pt x="6" y="18"/>
                    </a:cubicBezTo>
                    <a:cubicBezTo>
                      <a:pt x="8" y="10"/>
                      <a:pt x="13" y="4"/>
                      <a:pt x="18" y="4"/>
                    </a:cubicBezTo>
                    <a:cubicBezTo>
                      <a:pt x="21" y="3"/>
                      <a:pt x="24" y="5"/>
                      <a:pt x="27" y="8"/>
                    </a:cubicBezTo>
                    <a:cubicBezTo>
                      <a:pt x="29" y="10"/>
                      <a:pt x="30" y="13"/>
                      <a:pt x="30" y="13"/>
                    </a:cubicBezTo>
                    <a:cubicBezTo>
                      <a:pt x="31" y="13"/>
                      <a:pt x="31" y="14"/>
                      <a:pt x="32" y="13"/>
                    </a:cubicBezTo>
                    <a:cubicBezTo>
                      <a:pt x="33" y="13"/>
                      <a:pt x="33" y="12"/>
                      <a:pt x="33" y="11"/>
                    </a:cubicBezTo>
                    <a:cubicBezTo>
                      <a:pt x="33" y="11"/>
                      <a:pt x="28" y="0"/>
                      <a:pt x="18" y="1"/>
                    </a:cubicBezTo>
                    <a:cubicBezTo>
                      <a:pt x="8" y="2"/>
                      <a:pt x="0" y="16"/>
                      <a:pt x="1" y="32"/>
                    </a:cubicBezTo>
                    <a:cubicBezTo>
                      <a:pt x="1" y="33"/>
                      <a:pt x="1" y="34"/>
                      <a:pt x="2" y="34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25"/>
              <p:cNvSpPr/>
              <p:nvPr/>
            </p:nvSpPr>
            <p:spPr>
              <a:xfrm>
                <a:off x="8325918" y="1951719"/>
                <a:ext cx="323295" cy="246153"/>
              </a:xfrm>
              <a:custGeom>
                <a:rect b="b" l="l" r="r" t="t"/>
                <a:pathLst>
                  <a:path extrusionOk="0" h="268" w="352">
                    <a:moveTo>
                      <a:pt x="284" y="209"/>
                    </a:moveTo>
                    <a:cubicBezTo>
                      <a:pt x="284" y="209"/>
                      <a:pt x="240" y="202"/>
                      <a:pt x="234" y="166"/>
                    </a:cubicBezTo>
                    <a:cubicBezTo>
                      <a:pt x="219" y="176"/>
                      <a:pt x="149" y="190"/>
                      <a:pt x="103" y="173"/>
                    </a:cubicBezTo>
                    <a:cubicBezTo>
                      <a:pt x="113" y="185"/>
                      <a:pt x="145" y="206"/>
                      <a:pt x="145" y="206"/>
                    </a:cubicBezTo>
                    <a:cubicBezTo>
                      <a:pt x="18" y="221"/>
                      <a:pt x="0" y="135"/>
                      <a:pt x="0" y="135"/>
                    </a:cubicBezTo>
                    <a:cubicBezTo>
                      <a:pt x="0" y="135"/>
                      <a:pt x="77" y="30"/>
                      <a:pt x="170" y="18"/>
                    </a:cubicBezTo>
                    <a:cubicBezTo>
                      <a:pt x="276" y="0"/>
                      <a:pt x="276" y="51"/>
                      <a:pt x="276" y="51"/>
                    </a:cubicBezTo>
                    <a:cubicBezTo>
                      <a:pt x="276" y="51"/>
                      <a:pt x="301" y="49"/>
                      <a:pt x="326" y="68"/>
                    </a:cubicBezTo>
                    <a:cubicBezTo>
                      <a:pt x="352" y="88"/>
                      <a:pt x="323" y="169"/>
                      <a:pt x="323" y="169"/>
                    </a:cubicBezTo>
                    <a:cubicBezTo>
                      <a:pt x="323" y="169"/>
                      <a:pt x="302" y="186"/>
                      <a:pt x="302" y="206"/>
                    </a:cubicBezTo>
                    <a:cubicBezTo>
                      <a:pt x="301" y="268"/>
                      <a:pt x="301" y="268"/>
                      <a:pt x="301" y="268"/>
                    </a:cubicBezTo>
                    <a:cubicBezTo>
                      <a:pt x="301" y="268"/>
                      <a:pt x="281" y="231"/>
                      <a:pt x="284" y="20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37" name="Google Shape;737;p25"/>
            <p:cNvSpPr/>
            <p:nvPr/>
          </p:nvSpPr>
          <p:spPr>
            <a:xfrm>
              <a:off x="6208623" y="3034516"/>
              <a:ext cx="200575" cy="197948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25"/>
            <p:cNvSpPr/>
            <p:nvPr/>
          </p:nvSpPr>
          <p:spPr>
            <a:xfrm>
              <a:off x="4765672" y="1863625"/>
              <a:ext cx="157450" cy="25972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6"/>
          <p:cNvSpPr txBox="1"/>
          <p:nvPr>
            <p:ph type="title"/>
          </p:nvPr>
        </p:nvSpPr>
        <p:spPr>
          <a:xfrm>
            <a:off x="720000" y="2975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Илина Нигматуллина</a:t>
            </a:r>
            <a:endParaRPr/>
          </a:p>
        </p:txBody>
      </p:sp>
      <p:pic>
        <p:nvPicPr>
          <p:cNvPr id="744" name="Google Shape;744;p26"/>
          <p:cNvPicPr preferRelativeResize="0"/>
          <p:nvPr/>
        </p:nvPicPr>
        <p:blipFill rotWithShape="1">
          <a:blip r:embed="rId3">
            <a:alphaModFix/>
          </a:blip>
          <a:srcRect b="1597" l="0" r="0" t="1597"/>
          <a:stretch/>
        </p:blipFill>
        <p:spPr>
          <a:xfrm>
            <a:off x="551025" y="1017725"/>
            <a:ext cx="2865451" cy="4158899"/>
          </a:xfrm>
          <a:prstGeom prst="rect">
            <a:avLst/>
          </a:prstGeom>
          <a:noFill/>
          <a:ln>
            <a:noFill/>
          </a:ln>
        </p:spPr>
      </p:pic>
      <p:sp>
        <p:nvSpPr>
          <p:cNvPr id="745" name="Google Shape;745;p26"/>
          <p:cNvSpPr txBox="1"/>
          <p:nvPr/>
        </p:nvSpPr>
        <p:spPr>
          <a:xfrm>
            <a:off x="3638950" y="917200"/>
            <a:ext cx="5421300" cy="41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73333"/>
              <a:buFont typeface="Arial"/>
              <a:buNone/>
            </a:pPr>
            <a:r>
              <a:rPr lang="en" sz="1500">
                <a:solidFill>
                  <a:srgbClr val="000000"/>
                </a:solidFill>
                <a:latin typeface="Catamaran SemiBold"/>
                <a:ea typeface="Catamaran SemiBold"/>
                <a:cs typeface="Catamaran SemiBold"/>
                <a:sym typeface="Catamaran SemiBold"/>
              </a:rPr>
              <a:t>🚀 </a:t>
            </a:r>
            <a:r>
              <a:rPr lang="en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6</a:t>
            </a:r>
            <a:r>
              <a:rPr lang="en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лет опыта в IT-индустрии</a:t>
            </a:r>
            <a:endParaRPr sz="150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💼 Опыт в </a:t>
            </a: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крупных российских и международных компаниях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🏆 </a:t>
            </a:r>
            <a:r>
              <a:rPr lang="en">
                <a:latin typeface="DM Sans"/>
                <a:ea typeface="DM Sans"/>
                <a:cs typeface="DM Sans"/>
                <a:sym typeface="DM Sans"/>
              </a:rPr>
              <a:t>Chief Product Manager в Algatop</a:t>
            </a:r>
            <a:endParaRPr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🌟 Преподаватель в Университете Иннополис 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🎓 Ментор в бизнес-инкубаторе ВШЭ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👩‍🏫 Консультант продакт-менеджеров, стартапов и компаний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👩‍💻 Основатель IT-комьюнити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" sz="1500">
                <a:latin typeface="DM Sans"/>
                <a:ea typeface="DM Sans"/>
                <a:cs typeface="DM Sans"/>
                <a:sym typeface="DM Sans"/>
              </a:rPr>
              <a:t>🎙️ Спикер российских и международных конференций</a:t>
            </a:r>
            <a:endParaRPr sz="150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50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7"/>
          <p:cNvSpPr txBox="1"/>
          <p:nvPr>
            <p:ph idx="13" type="subTitle"/>
          </p:nvPr>
        </p:nvSpPr>
        <p:spPr>
          <a:xfrm>
            <a:off x="5419075" y="1426525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Виды финансовой отчетности</a:t>
            </a:r>
            <a:endParaRPr/>
          </a:p>
        </p:txBody>
      </p:sp>
      <p:sp>
        <p:nvSpPr>
          <p:cNvPr id="751" name="Google Shape;751;p27"/>
          <p:cNvSpPr txBox="1"/>
          <p:nvPr>
            <p:ph idx="5" type="title"/>
          </p:nvPr>
        </p:nvSpPr>
        <p:spPr>
          <a:xfrm>
            <a:off x="859275" y="1424275"/>
            <a:ext cx="66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752" name="Google Shape;752;p27"/>
          <p:cNvSpPr txBox="1"/>
          <p:nvPr>
            <p:ph idx="9" type="subTitle"/>
          </p:nvPr>
        </p:nvSpPr>
        <p:spPr>
          <a:xfrm>
            <a:off x="1524375" y="1426525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Определение финансовой модели</a:t>
            </a:r>
            <a:endParaRPr/>
          </a:p>
        </p:txBody>
      </p:sp>
      <p:sp>
        <p:nvSpPr>
          <p:cNvPr id="753" name="Google Shape;753;p27"/>
          <p:cNvSpPr txBox="1"/>
          <p:nvPr>
            <p:ph idx="15" type="subTitle"/>
          </p:nvPr>
        </p:nvSpPr>
        <p:spPr>
          <a:xfrm>
            <a:off x="5419075" y="3082997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Содержание</a:t>
            </a:r>
            <a:endParaRPr/>
          </a:p>
        </p:txBody>
      </p:sp>
      <p:sp>
        <p:nvSpPr>
          <p:cNvPr id="755" name="Google Shape;755;p27"/>
          <p:cNvSpPr txBox="1"/>
          <p:nvPr>
            <p:ph idx="6" type="title"/>
          </p:nvPr>
        </p:nvSpPr>
        <p:spPr>
          <a:xfrm>
            <a:off x="859275" y="3080674"/>
            <a:ext cx="66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756" name="Google Shape;756;p27"/>
          <p:cNvSpPr txBox="1"/>
          <p:nvPr>
            <p:ph idx="7" type="title"/>
          </p:nvPr>
        </p:nvSpPr>
        <p:spPr>
          <a:xfrm>
            <a:off x="4753977" y="1424275"/>
            <a:ext cx="665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757" name="Google Shape;757;p27"/>
          <p:cNvSpPr txBox="1"/>
          <p:nvPr>
            <p:ph idx="8" type="title"/>
          </p:nvPr>
        </p:nvSpPr>
        <p:spPr>
          <a:xfrm>
            <a:off x="4753977" y="3080674"/>
            <a:ext cx="6651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758" name="Google Shape;758;p27"/>
          <p:cNvSpPr txBox="1"/>
          <p:nvPr>
            <p:ph idx="14" type="subTitle"/>
          </p:nvPr>
        </p:nvSpPr>
        <p:spPr>
          <a:xfrm>
            <a:off x="1524375" y="3082997"/>
            <a:ext cx="2958000" cy="75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ОПиУ, ОДДС, Баланс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28"/>
          <p:cNvSpPr txBox="1"/>
          <p:nvPr>
            <p:ph type="title"/>
          </p:nvPr>
        </p:nvSpPr>
        <p:spPr>
          <a:xfrm>
            <a:off x="713225" y="1655325"/>
            <a:ext cx="4049400" cy="19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Определение финансовой модели</a:t>
            </a:r>
            <a:endParaRPr sz="4100"/>
          </a:p>
        </p:txBody>
      </p:sp>
      <p:grpSp>
        <p:nvGrpSpPr>
          <p:cNvPr id="764" name="Google Shape;764;p28"/>
          <p:cNvGrpSpPr/>
          <p:nvPr/>
        </p:nvGrpSpPr>
        <p:grpSpPr>
          <a:xfrm>
            <a:off x="4817053" y="290718"/>
            <a:ext cx="3897567" cy="4009205"/>
            <a:chOff x="4817053" y="290718"/>
            <a:chExt cx="3897567" cy="4009205"/>
          </a:xfrm>
        </p:grpSpPr>
        <p:sp>
          <p:nvSpPr>
            <p:cNvPr id="765" name="Google Shape;765;p28"/>
            <p:cNvSpPr/>
            <p:nvPr/>
          </p:nvSpPr>
          <p:spPr>
            <a:xfrm>
              <a:off x="4817053" y="1168762"/>
              <a:ext cx="653350" cy="64479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6" name="Google Shape;766;p28"/>
            <p:cNvGrpSpPr/>
            <p:nvPr/>
          </p:nvGrpSpPr>
          <p:grpSpPr>
            <a:xfrm>
              <a:off x="5332847" y="967113"/>
              <a:ext cx="2659418" cy="1718626"/>
              <a:chOff x="4838012" y="1361547"/>
              <a:chExt cx="951900" cy="615157"/>
            </a:xfrm>
          </p:grpSpPr>
          <p:sp>
            <p:nvSpPr>
              <p:cNvPr id="767" name="Google Shape;767;p28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28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28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28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28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28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28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28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28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28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28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28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6" name="Google Shape;786;p28"/>
            <p:cNvGrpSpPr/>
            <p:nvPr/>
          </p:nvGrpSpPr>
          <p:grpSpPr>
            <a:xfrm flipH="1">
              <a:off x="7510651" y="1762507"/>
              <a:ext cx="1203970" cy="2537416"/>
              <a:chOff x="3168951" y="1861557"/>
              <a:chExt cx="1203970" cy="2537416"/>
            </a:xfrm>
          </p:grpSpPr>
          <p:grpSp>
            <p:nvGrpSpPr>
              <p:cNvPr id="787" name="Google Shape;787;p28"/>
              <p:cNvGrpSpPr/>
              <p:nvPr/>
            </p:nvGrpSpPr>
            <p:grpSpPr>
              <a:xfrm>
                <a:off x="3168951" y="1861557"/>
                <a:ext cx="1203970" cy="2537416"/>
                <a:chOff x="3196688" y="1859757"/>
                <a:chExt cx="1203970" cy="2537416"/>
              </a:xfrm>
            </p:grpSpPr>
            <p:sp>
              <p:nvSpPr>
                <p:cNvPr id="788" name="Google Shape;788;p28"/>
                <p:cNvSpPr/>
                <p:nvPr/>
              </p:nvSpPr>
              <p:spPr>
                <a:xfrm>
                  <a:off x="4019743" y="2373432"/>
                  <a:ext cx="380915" cy="348197"/>
                </a:xfrm>
                <a:custGeom>
                  <a:rect b="b" l="l" r="r" t="t"/>
                  <a:pathLst>
                    <a:path extrusionOk="0" h="348197" w="380915">
                      <a:moveTo>
                        <a:pt x="71723" y="348198"/>
                      </a:moveTo>
                      <a:cubicBezTo>
                        <a:pt x="124492" y="302383"/>
                        <a:pt x="235267" y="221515"/>
                        <a:pt x="235267" y="221515"/>
                      </a:cubicBezTo>
                      <a:cubicBezTo>
                        <a:pt x="235267" y="221515"/>
                        <a:pt x="385477" y="81307"/>
                        <a:pt x="380809" y="71687"/>
                      </a:cubicBezTo>
                      <a:cubicBezTo>
                        <a:pt x="376142" y="62067"/>
                        <a:pt x="318135" y="96452"/>
                        <a:pt x="318135" y="96452"/>
                      </a:cubicBezTo>
                      <a:cubicBezTo>
                        <a:pt x="321755" y="86451"/>
                        <a:pt x="373475" y="45779"/>
                        <a:pt x="370427" y="39969"/>
                      </a:cubicBezTo>
                      <a:cubicBezTo>
                        <a:pt x="367379" y="34254"/>
                        <a:pt x="301276" y="82545"/>
                        <a:pt x="297656" y="79974"/>
                      </a:cubicBezTo>
                      <a:cubicBezTo>
                        <a:pt x="294132" y="77402"/>
                        <a:pt x="363188" y="27586"/>
                        <a:pt x="357759" y="20157"/>
                      </a:cubicBezTo>
                      <a:cubicBezTo>
                        <a:pt x="352330" y="12727"/>
                        <a:pt x="283369" y="62543"/>
                        <a:pt x="278987" y="61114"/>
                      </a:cubicBezTo>
                      <a:cubicBezTo>
                        <a:pt x="274606" y="59781"/>
                        <a:pt x="342995" y="5869"/>
                        <a:pt x="332708" y="250"/>
                      </a:cubicBezTo>
                      <a:cubicBezTo>
                        <a:pt x="322421" y="-5370"/>
                        <a:pt x="229838" y="85784"/>
                        <a:pt x="220408" y="85213"/>
                      </a:cubicBezTo>
                      <a:cubicBezTo>
                        <a:pt x="210979" y="84641"/>
                        <a:pt x="237172" y="34540"/>
                        <a:pt x="232886" y="14347"/>
                      </a:cubicBezTo>
                      <a:cubicBezTo>
                        <a:pt x="228600" y="-5846"/>
                        <a:pt x="168783" y="107120"/>
                        <a:pt x="168783" y="107120"/>
                      </a:cubicBezTo>
                      <a:cubicBezTo>
                        <a:pt x="151638" y="126456"/>
                        <a:pt x="0" y="234184"/>
                        <a:pt x="0" y="234184"/>
                      </a:cubicBezTo>
                      <a:lnTo>
                        <a:pt x="71723" y="348198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9" name="Google Shape;789;p28"/>
                <p:cNvSpPr/>
                <p:nvPr/>
              </p:nvSpPr>
              <p:spPr>
                <a:xfrm>
                  <a:off x="4229198" y="2451120"/>
                  <a:ext cx="20478" cy="55911"/>
                </a:xfrm>
                <a:custGeom>
                  <a:rect b="b" l="l" r="r" t="t"/>
                  <a:pathLst>
                    <a:path extrusionOk="0" h="55911" w="20478">
                      <a:moveTo>
                        <a:pt x="20479" y="2572"/>
                      </a:moveTo>
                      <a:lnTo>
                        <a:pt x="0" y="55912"/>
                      </a:lnTo>
                      <a:cubicBezTo>
                        <a:pt x="0" y="55912"/>
                        <a:pt x="5905" y="3620"/>
                        <a:pt x="2191" y="0"/>
                      </a:cubicBezTo>
                      <a:lnTo>
                        <a:pt x="20479" y="2572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3602037" y="2283261"/>
                  <a:ext cx="655354" cy="571433"/>
                </a:xfrm>
                <a:custGeom>
                  <a:rect b="b" l="l" r="r" t="t"/>
                  <a:pathLst>
                    <a:path extrusionOk="0" h="571433" w="655354">
                      <a:moveTo>
                        <a:pt x="383321" y="277492"/>
                      </a:moveTo>
                      <a:cubicBezTo>
                        <a:pt x="383321" y="277492"/>
                        <a:pt x="142434" y="-113414"/>
                        <a:pt x="10417" y="32700"/>
                      </a:cubicBezTo>
                      <a:cubicBezTo>
                        <a:pt x="-63402" y="114329"/>
                        <a:pt x="276927" y="536763"/>
                        <a:pt x="345412" y="571434"/>
                      </a:cubicBezTo>
                      <a:lnTo>
                        <a:pt x="655355" y="349501"/>
                      </a:lnTo>
                      <a:lnTo>
                        <a:pt x="558390" y="183576"/>
                      </a:lnTo>
                      <a:lnTo>
                        <a:pt x="383321" y="27749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3602034" y="2289855"/>
                  <a:ext cx="581157" cy="564744"/>
                </a:xfrm>
                <a:custGeom>
                  <a:rect b="b" l="l" r="r" t="t"/>
                  <a:pathLst>
                    <a:path extrusionOk="0" h="564744" w="581157">
                      <a:moveTo>
                        <a:pt x="10420" y="26105"/>
                      </a:moveTo>
                      <a:cubicBezTo>
                        <a:pt x="46710" y="-14090"/>
                        <a:pt x="88620" y="-1231"/>
                        <a:pt x="134149" y="20486"/>
                      </a:cubicBezTo>
                      <a:cubicBezTo>
                        <a:pt x="173773" y="70111"/>
                        <a:pt x="219779" y="104115"/>
                        <a:pt x="256164" y="156503"/>
                      </a:cubicBezTo>
                      <a:cubicBezTo>
                        <a:pt x="294169" y="211271"/>
                        <a:pt x="328555" y="268421"/>
                        <a:pt x="365321" y="323952"/>
                      </a:cubicBezTo>
                      <a:cubicBezTo>
                        <a:pt x="374751" y="338144"/>
                        <a:pt x="384562" y="351956"/>
                        <a:pt x="394753" y="365576"/>
                      </a:cubicBezTo>
                      <a:cubicBezTo>
                        <a:pt x="401897" y="375006"/>
                        <a:pt x="407136" y="385674"/>
                        <a:pt x="418852" y="390151"/>
                      </a:cubicBezTo>
                      <a:cubicBezTo>
                        <a:pt x="438187" y="397485"/>
                        <a:pt x="448188" y="388913"/>
                        <a:pt x="465334" y="380245"/>
                      </a:cubicBezTo>
                      <a:cubicBezTo>
                        <a:pt x="488098" y="368815"/>
                        <a:pt x="521341" y="352718"/>
                        <a:pt x="542581" y="338811"/>
                      </a:cubicBezTo>
                      <a:cubicBezTo>
                        <a:pt x="556774" y="329477"/>
                        <a:pt x="562012" y="322714"/>
                        <a:pt x="562012" y="322714"/>
                      </a:cubicBezTo>
                      <a:cubicBezTo>
                        <a:pt x="562012" y="322714"/>
                        <a:pt x="575633" y="348050"/>
                        <a:pt x="581158" y="360147"/>
                      </a:cubicBezTo>
                      <a:lnTo>
                        <a:pt x="345509" y="564744"/>
                      </a:lnTo>
                      <a:cubicBezTo>
                        <a:pt x="276834" y="530073"/>
                        <a:pt x="-63399" y="107735"/>
                        <a:pt x="10420" y="2610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3677224" y="4259632"/>
                  <a:ext cx="126301" cy="110108"/>
                </a:xfrm>
                <a:custGeom>
                  <a:rect b="b" l="l" r="r" t="t"/>
                  <a:pathLst>
                    <a:path extrusionOk="0" h="110108" w="126301">
                      <a:moveTo>
                        <a:pt x="114300" y="31813"/>
                      </a:moveTo>
                      <a:lnTo>
                        <a:pt x="98203" y="0"/>
                      </a:lnTo>
                      <a:lnTo>
                        <a:pt x="2191" y="3429"/>
                      </a:lnTo>
                      <a:lnTo>
                        <a:pt x="0" y="31813"/>
                      </a:lnTo>
                      <a:lnTo>
                        <a:pt x="45149" y="110109"/>
                      </a:lnTo>
                      <a:lnTo>
                        <a:pt x="126301" y="47435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3662175" y="4290397"/>
                  <a:ext cx="291750" cy="106776"/>
                </a:xfrm>
                <a:custGeom>
                  <a:rect b="b" l="l" r="r" t="t"/>
                  <a:pathLst>
                    <a:path extrusionOk="0" h="106776" w="291750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750" y="106776"/>
                      </a:lnTo>
                      <a:cubicBezTo>
                        <a:pt x="289084" y="106776"/>
                        <a:pt x="291751" y="103252"/>
                        <a:pt x="291751" y="98966"/>
                      </a:cubicBezTo>
                      <a:lnTo>
                        <a:pt x="291751" y="77249"/>
                      </a:lnTo>
                      <a:cubicBezTo>
                        <a:pt x="291751" y="73915"/>
                        <a:pt x="290131" y="70867"/>
                        <a:pt x="287655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4" name="Google Shape;794;p28"/>
                <p:cNvSpPr/>
                <p:nvPr/>
              </p:nvSpPr>
              <p:spPr>
                <a:xfrm rot="-1801764">
                  <a:off x="3763940" y="4307141"/>
                  <a:ext cx="53103" cy="4091"/>
                </a:xfrm>
                <a:custGeom>
                  <a:rect b="b" l="l" r="r" t="t"/>
                  <a:pathLst>
                    <a:path extrusionOk="0" h="4095" w="5315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5" name="Google Shape;795;p28"/>
                <p:cNvSpPr/>
                <p:nvPr/>
              </p:nvSpPr>
              <p:spPr>
                <a:xfrm rot="-1801764">
                  <a:off x="3784050" y="4317400"/>
                  <a:ext cx="53103" cy="4091"/>
                </a:xfrm>
                <a:custGeom>
                  <a:rect b="b" l="l" r="r" t="t"/>
                  <a:pathLst>
                    <a:path extrusionOk="0" h="4095" w="5315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3211833" y="4246392"/>
                  <a:ext cx="126301" cy="123348"/>
                </a:xfrm>
                <a:custGeom>
                  <a:rect b="b" l="l" r="r" t="t"/>
                  <a:pathLst>
                    <a:path extrusionOk="0" h="123348" w="126301">
                      <a:moveTo>
                        <a:pt x="114205" y="45053"/>
                      </a:moveTo>
                      <a:lnTo>
                        <a:pt x="98108" y="13240"/>
                      </a:lnTo>
                      <a:lnTo>
                        <a:pt x="10001" y="0"/>
                      </a:lnTo>
                      <a:lnTo>
                        <a:pt x="0" y="45053"/>
                      </a:lnTo>
                      <a:lnTo>
                        <a:pt x="45053" y="123349"/>
                      </a:lnTo>
                      <a:lnTo>
                        <a:pt x="126301" y="60674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3196688" y="4290397"/>
                  <a:ext cx="291655" cy="106776"/>
                </a:xfrm>
                <a:custGeom>
                  <a:rect b="b" l="l" r="r" t="t"/>
                  <a:pathLst>
                    <a:path extrusionOk="0" h="106776" w="291655">
                      <a:moveTo>
                        <a:pt x="135160" y="1"/>
                      </a:moveTo>
                      <a:cubicBezTo>
                        <a:pt x="135160" y="1"/>
                        <a:pt x="106966" y="-570"/>
                        <a:pt x="74104" y="24385"/>
                      </a:cubicBezTo>
                      <a:cubicBezTo>
                        <a:pt x="54578" y="39244"/>
                        <a:pt x="25051" y="8669"/>
                        <a:pt x="16002" y="763"/>
                      </a:cubicBezTo>
                      <a:cubicBezTo>
                        <a:pt x="14192" y="-856"/>
                        <a:pt x="11621" y="573"/>
                        <a:pt x="11335" y="3430"/>
                      </a:cubicBezTo>
                      <a:lnTo>
                        <a:pt x="0" y="106776"/>
                      </a:lnTo>
                      <a:lnTo>
                        <a:pt x="285655" y="106776"/>
                      </a:lnTo>
                      <a:cubicBezTo>
                        <a:pt x="288988" y="106776"/>
                        <a:pt x="291655" y="103252"/>
                        <a:pt x="291655" y="98966"/>
                      </a:cubicBezTo>
                      <a:lnTo>
                        <a:pt x="291655" y="77249"/>
                      </a:lnTo>
                      <a:cubicBezTo>
                        <a:pt x="291655" y="73915"/>
                        <a:pt x="290036" y="70867"/>
                        <a:pt x="287560" y="69819"/>
                      </a:cubicBezTo>
                      <a:lnTo>
                        <a:pt x="13516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 rot="-1801764">
                  <a:off x="3304896" y="4309167"/>
                  <a:ext cx="53103" cy="4091"/>
                </a:xfrm>
                <a:custGeom>
                  <a:rect b="b" l="l" r="r" t="t"/>
                  <a:pathLst>
                    <a:path extrusionOk="0" h="4095" w="5315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 rot="-1801764">
                  <a:off x="3325007" y="4319417"/>
                  <a:ext cx="53103" cy="4091"/>
                </a:xfrm>
                <a:custGeom>
                  <a:rect b="b" l="l" r="r" t="t"/>
                  <a:pathLst>
                    <a:path extrusionOk="0" h="4095" w="53150">
                      <a:moveTo>
                        <a:pt x="0" y="0"/>
                      </a:moveTo>
                      <a:lnTo>
                        <a:pt x="53151" y="0"/>
                      </a:lnTo>
                      <a:lnTo>
                        <a:pt x="53151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28"/>
                <p:cNvSpPr/>
                <p:nvPr/>
              </p:nvSpPr>
              <p:spPr>
                <a:xfrm>
                  <a:off x="3384902" y="3040527"/>
                  <a:ext cx="429336" cy="1226343"/>
                </a:xfrm>
                <a:custGeom>
                  <a:rect b="b" l="l" r="r" t="t"/>
                  <a:pathLst>
                    <a:path extrusionOk="0" h="1226343" w="429336">
                      <a:moveTo>
                        <a:pt x="388811" y="0"/>
                      </a:moveTo>
                      <a:cubicBezTo>
                        <a:pt x="388811" y="0"/>
                        <a:pt x="425577" y="439483"/>
                        <a:pt x="429006" y="560927"/>
                      </a:cubicBezTo>
                      <a:cubicBezTo>
                        <a:pt x="432435" y="682371"/>
                        <a:pt x="408051" y="1223677"/>
                        <a:pt x="408051" y="1223677"/>
                      </a:cubicBezTo>
                      <a:lnTo>
                        <a:pt x="255175" y="1226344"/>
                      </a:lnTo>
                      <a:cubicBezTo>
                        <a:pt x="255175" y="1226344"/>
                        <a:pt x="148400" y="318230"/>
                        <a:pt x="0" y="25337"/>
                      </a:cubicBezTo>
                      <a:lnTo>
                        <a:pt x="38881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8"/>
                <p:cNvSpPr/>
                <p:nvPr/>
              </p:nvSpPr>
              <p:spPr>
                <a:xfrm>
                  <a:off x="3586355" y="3063292"/>
                  <a:ext cx="124015" cy="1199768"/>
                </a:xfrm>
                <a:custGeom>
                  <a:rect b="b" l="l" r="r" t="t"/>
                  <a:pathLst>
                    <a:path extrusionOk="0" h="1199768" w="124015">
                      <a:moveTo>
                        <a:pt x="119920" y="1199769"/>
                      </a:moveTo>
                      <a:cubicBezTo>
                        <a:pt x="119729" y="1194435"/>
                        <a:pt x="104489" y="663130"/>
                        <a:pt x="104489" y="586073"/>
                      </a:cubicBezTo>
                      <a:cubicBezTo>
                        <a:pt x="104489" y="509206"/>
                        <a:pt x="1048" y="5905"/>
                        <a:pt x="0" y="857"/>
                      </a:cubicBezTo>
                      <a:lnTo>
                        <a:pt x="4001" y="0"/>
                      </a:lnTo>
                      <a:cubicBezTo>
                        <a:pt x="5048" y="5048"/>
                        <a:pt x="108585" y="508826"/>
                        <a:pt x="108585" y="586073"/>
                      </a:cubicBezTo>
                      <a:cubicBezTo>
                        <a:pt x="108585" y="663130"/>
                        <a:pt x="123825" y="1194340"/>
                        <a:pt x="124016" y="1199674"/>
                      </a:cubicBezTo>
                      <a:lnTo>
                        <a:pt x="119920" y="119976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3632361" y="4205721"/>
                  <a:ext cx="161925" cy="4095"/>
                </a:xfrm>
                <a:custGeom>
                  <a:rect b="b" l="l" r="r" t="t"/>
                  <a:pathLst>
                    <a:path extrusionOk="0" h="4095" w="161925">
                      <a:moveTo>
                        <a:pt x="0" y="0"/>
                      </a:moveTo>
                      <a:lnTo>
                        <a:pt x="161925" y="0"/>
                      </a:lnTo>
                      <a:lnTo>
                        <a:pt x="161925" y="4096"/>
                      </a:lnTo>
                      <a:lnTo>
                        <a:pt x="0" y="4096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3207261" y="3040527"/>
                  <a:ext cx="566737" cy="1236059"/>
                </a:xfrm>
                <a:custGeom>
                  <a:rect b="b" l="l" r="r" t="t"/>
                  <a:pathLst>
                    <a:path extrusionOk="0" h="1236059" w="566737">
                      <a:moveTo>
                        <a:pt x="566738" y="0"/>
                      </a:moveTo>
                      <a:cubicBezTo>
                        <a:pt x="566738" y="0"/>
                        <a:pt x="481775" y="366331"/>
                        <a:pt x="395478" y="625507"/>
                      </a:cubicBezTo>
                      <a:cubicBezTo>
                        <a:pt x="325755" y="834962"/>
                        <a:pt x="171355" y="1236059"/>
                        <a:pt x="171355" y="1236059"/>
                      </a:cubicBezTo>
                      <a:lnTo>
                        <a:pt x="0" y="1231773"/>
                      </a:lnTo>
                      <a:lnTo>
                        <a:pt x="148876" y="631698"/>
                      </a:lnTo>
                      <a:cubicBezTo>
                        <a:pt x="156781" y="600456"/>
                        <a:pt x="161830" y="568452"/>
                        <a:pt x="163830" y="536257"/>
                      </a:cubicBezTo>
                      <a:cubicBezTo>
                        <a:pt x="171450" y="414528"/>
                        <a:pt x="146494" y="168592"/>
                        <a:pt x="136017" y="11049"/>
                      </a:cubicBezTo>
                      <a:lnTo>
                        <a:pt x="566738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04" name="Google Shape;804;p28"/>
                <p:cNvGrpSpPr/>
                <p:nvPr/>
              </p:nvGrpSpPr>
              <p:grpSpPr>
                <a:xfrm>
                  <a:off x="3224406" y="3042051"/>
                  <a:ext cx="397573" cy="1229773"/>
                  <a:chOff x="6448806" y="4285201"/>
                  <a:chExt cx="397573" cy="1229773"/>
                </a:xfrm>
              </p:grpSpPr>
              <p:sp>
                <p:nvSpPr>
                  <p:cNvPr id="805" name="Google Shape;805;p28"/>
                  <p:cNvSpPr/>
                  <p:nvPr/>
                </p:nvSpPr>
                <p:spPr>
                  <a:xfrm>
                    <a:off x="6490811" y="4290250"/>
                    <a:ext cx="231076" cy="1224724"/>
                  </a:xfrm>
                  <a:custGeom>
                    <a:rect b="b" l="l" r="r" t="t"/>
                    <a:pathLst>
                      <a:path extrusionOk="0" h="1224724" w="231076">
                        <a:moveTo>
                          <a:pt x="3905" y="1224724"/>
                        </a:moveTo>
                        <a:lnTo>
                          <a:pt x="0" y="1223581"/>
                        </a:lnTo>
                        <a:cubicBezTo>
                          <a:pt x="1715" y="1217581"/>
                          <a:pt x="176403" y="621221"/>
                          <a:pt x="212122" y="548068"/>
                        </a:cubicBezTo>
                        <a:cubicBezTo>
                          <a:pt x="247555" y="475583"/>
                          <a:pt x="208312" y="5143"/>
                          <a:pt x="207836" y="381"/>
                        </a:cubicBezTo>
                        <a:lnTo>
                          <a:pt x="211836" y="0"/>
                        </a:lnTo>
                        <a:cubicBezTo>
                          <a:pt x="213455" y="19431"/>
                          <a:pt x="251650" y="476250"/>
                          <a:pt x="215741" y="549783"/>
                        </a:cubicBezTo>
                        <a:cubicBezTo>
                          <a:pt x="180213" y="622744"/>
                          <a:pt x="5715" y="1218724"/>
                          <a:pt x="3905" y="1224724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6" name="Google Shape;806;p28"/>
                  <p:cNvSpPr/>
                  <p:nvPr/>
                </p:nvSpPr>
                <p:spPr>
                  <a:xfrm>
                    <a:off x="6448806" y="5459158"/>
                    <a:ext cx="171926" cy="4095"/>
                  </a:xfrm>
                  <a:custGeom>
                    <a:rect b="b" l="l" r="r" t="t"/>
                    <a:pathLst>
                      <a:path extrusionOk="0" h="4095" w="171926">
                        <a:moveTo>
                          <a:pt x="0" y="0"/>
                        </a:moveTo>
                        <a:lnTo>
                          <a:pt x="171926" y="0"/>
                        </a:lnTo>
                        <a:lnTo>
                          <a:pt x="171926" y="4096"/>
                        </a:lnTo>
                        <a:lnTo>
                          <a:pt x="0" y="409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07" name="Google Shape;807;p28"/>
                  <p:cNvSpPr/>
                  <p:nvPr/>
                </p:nvSpPr>
                <p:spPr>
                  <a:xfrm>
                    <a:off x="6715125" y="4285201"/>
                    <a:ext cx="131254" cy="170306"/>
                  </a:xfrm>
                  <a:custGeom>
                    <a:rect b="b" l="l" r="r" t="t"/>
                    <a:pathLst>
                      <a:path extrusionOk="0" h="170306" w="131254">
                        <a:moveTo>
                          <a:pt x="3238" y="170307"/>
                        </a:moveTo>
                        <a:lnTo>
                          <a:pt x="0" y="167830"/>
                        </a:lnTo>
                        <a:lnTo>
                          <a:pt x="128016" y="0"/>
                        </a:lnTo>
                        <a:lnTo>
                          <a:pt x="131254" y="2476"/>
                        </a:ln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08" name="Google Shape;808;p28"/>
                <p:cNvSpPr/>
                <p:nvPr/>
              </p:nvSpPr>
              <p:spPr>
                <a:xfrm>
                  <a:off x="3256436" y="2224425"/>
                  <a:ext cx="581474" cy="888396"/>
                </a:xfrm>
                <a:custGeom>
                  <a:rect b="b" l="l" r="r" t="t"/>
                  <a:pathLst>
                    <a:path extrusionOk="0" h="888396" w="581474">
                      <a:moveTo>
                        <a:pt x="259" y="237649"/>
                      </a:moveTo>
                      <a:cubicBezTo>
                        <a:pt x="4355" y="134207"/>
                        <a:pt x="169613" y="41053"/>
                        <a:pt x="169613" y="41053"/>
                      </a:cubicBezTo>
                      <a:lnTo>
                        <a:pt x="227811" y="0"/>
                      </a:lnTo>
                      <a:lnTo>
                        <a:pt x="227335" y="3238"/>
                      </a:lnTo>
                      <a:lnTo>
                        <a:pt x="352493" y="82487"/>
                      </a:lnTo>
                      <a:lnTo>
                        <a:pt x="362399" y="61150"/>
                      </a:lnTo>
                      <a:lnTo>
                        <a:pt x="360685" y="43434"/>
                      </a:lnTo>
                      <a:lnTo>
                        <a:pt x="391927" y="54007"/>
                      </a:lnTo>
                      <a:cubicBezTo>
                        <a:pt x="405262" y="55626"/>
                        <a:pt x="466889" y="123349"/>
                        <a:pt x="486986" y="154686"/>
                      </a:cubicBezTo>
                      <a:cubicBezTo>
                        <a:pt x="508703" y="188595"/>
                        <a:pt x="521181" y="227838"/>
                        <a:pt x="523181" y="268319"/>
                      </a:cubicBezTo>
                      <a:lnTo>
                        <a:pt x="581475" y="853345"/>
                      </a:lnTo>
                      <a:lnTo>
                        <a:pt x="104367" y="888397"/>
                      </a:lnTo>
                      <a:cubicBezTo>
                        <a:pt x="104272" y="888397"/>
                        <a:pt x="-6028" y="396907"/>
                        <a:pt x="259" y="237649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3316036" y="3028526"/>
                  <a:ext cx="517207" cy="39147"/>
                </a:xfrm>
                <a:custGeom>
                  <a:rect b="b" l="l" r="r" t="t"/>
                  <a:pathLst>
                    <a:path extrusionOk="0" h="39147" w="517207">
                      <a:moveTo>
                        <a:pt x="95" y="39148"/>
                      </a:moveTo>
                      <a:lnTo>
                        <a:pt x="0" y="37433"/>
                      </a:lnTo>
                      <a:lnTo>
                        <a:pt x="517017" y="0"/>
                      </a:lnTo>
                      <a:lnTo>
                        <a:pt x="517207" y="1714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3243480" y="2269764"/>
                  <a:ext cx="430791" cy="1036129"/>
                </a:xfrm>
                <a:custGeom>
                  <a:rect b="b" l="l" r="r" t="t"/>
                  <a:pathLst>
                    <a:path extrusionOk="0" h="1036129" w="430791">
                      <a:moveTo>
                        <a:pt x="159996" y="0"/>
                      </a:moveTo>
                      <a:cubicBezTo>
                        <a:pt x="159996" y="0"/>
                        <a:pt x="276201" y="75629"/>
                        <a:pt x="343257" y="305753"/>
                      </a:cubicBezTo>
                      <a:cubicBezTo>
                        <a:pt x="402979" y="510540"/>
                        <a:pt x="430792" y="1003363"/>
                        <a:pt x="430792" y="1003363"/>
                      </a:cubicBezTo>
                      <a:lnTo>
                        <a:pt x="33028" y="1036130"/>
                      </a:lnTo>
                      <a:cubicBezTo>
                        <a:pt x="33028" y="1036130"/>
                        <a:pt x="56554" y="688753"/>
                        <a:pt x="63794" y="639985"/>
                      </a:cubicBezTo>
                      <a:cubicBezTo>
                        <a:pt x="70937" y="591217"/>
                        <a:pt x="-111181" y="115919"/>
                        <a:pt x="109799" y="34766"/>
                      </a:cubicBezTo>
                      <a:lnTo>
                        <a:pt x="15999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1" name="Google Shape;811;p28"/>
                <p:cNvGrpSpPr/>
                <p:nvPr/>
              </p:nvGrpSpPr>
              <p:grpSpPr>
                <a:xfrm>
                  <a:off x="3613121" y="2256906"/>
                  <a:ext cx="264222" cy="1022984"/>
                  <a:chOff x="6837521" y="3500056"/>
                  <a:chExt cx="264222" cy="1022984"/>
                </a:xfrm>
              </p:grpSpPr>
              <p:sp>
                <p:nvSpPr>
                  <p:cNvPr id="812" name="Google Shape;812;p28"/>
                  <p:cNvSpPr/>
                  <p:nvPr/>
                </p:nvSpPr>
                <p:spPr>
                  <a:xfrm>
                    <a:off x="6856380" y="3519106"/>
                    <a:ext cx="245363" cy="1003934"/>
                  </a:xfrm>
                  <a:custGeom>
                    <a:rect b="b" l="l" r="r" t="t"/>
                    <a:pathLst>
                      <a:path extrusionOk="0" h="1003934" w="245363">
                        <a:moveTo>
                          <a:pt x="13621" y="94393"/>
                        </a:moveTo>
                        <a:lnTo>
                          <a:pt x="14954" y="107442"/>
                        </a:lnTo>
                        <a:lnTo>
                          <a:pt x="82772" y="1003935"/>
                        </a:lnTo>
                        <a:lnTo>
                          <a:pt x="245364" y="982885"/>
                        </a:lnTo>
                        <a:lnTo>
                          <a:pt x="191929" y="580263"/>
                        </a:lnTo>
                        <a:cubicBezTo>
                          <a:pt x="191929" y="580263"/>
                          <a:pt x="169259" y="193262"/>
                          <a:pt x="153543" y="161639"/>
                        </a:cubicBezTo>
                        <a:cubicBezTo>
                          <a:pt x="129159" y="112871"/>
                          <a:pt x="71533" y="10954"/>
                          <a:pt x="0" y="0"/>
                        </a:cubicBezTo>
                        <a:lnTo>
                          <a:pt x="13621" y="94393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3" name="Google Shape;813;p28"/>
                  <p:cNvSpPr/>
                  <p:nvPr/>
                </p:nvSpPr>
                <p:spPr>
                  <a:xfrm>
                    <a:off x="6878574" y="3529678"/>
                    <a:ext cx="112299" cy="545591"/>
                  </a:xfrm>
                  <a:custGeom>
                    <a:rect b="b" l="l" r="r" t="t"/>
                    <a:pathLst>
                      <a:path extrusionOk="0" h="545591" w="112299">
                        <a:moveTo>
                          <a:pt x="0" y="0"/>
                        </a:moveTo>
                        <a:lnTo>
                          <a:pt x="101727" y="190690"/>
                        </a:lnTo>
                        <a:lnTo>
                          <a:pt x="86582" y="238696"/>
                        </a:lnTo>
                        <a:lnTo>
                          <a:pt x="112300" y="266700"/>
                        </a:lnTo>
                        <a:lnTo>
                          <a:pt x="47911" y="545592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4" name="Google Shape;814;p28"/>
                  <p:cNvSpPr/>
                  <p:nvPr/>
                </p:nvSpPr>
                <p:spPr>
                  <a:xfrm>
                    <a:off x="6837521" y="3500056"/>
                    <a:ext cx="123539" cy="548639"/>
                  </a:xfrm>
                  <a:custGeom>
                    <a:rect b="b" l="l" r="r" t="t"/>
                    <a:pathLst>
                      <a:path extrusionOk="0" h="548639" w="123539">
                        <a:moveTo>
                          <a:pt x="92107" y="548640"/>
                        </a:moveTo>
                        <a:lnTo>
                          <a:pt x="123539" y="289750"/>
                        </a:lnTo>
                        <a:lnTo>
                          <a:pt x="76200" y="243935"/>
                        </a:lnTo>
                        <a:lnTo>
                          <a:pt x="116396" y="186500"/>
                        </a:lnTo>
                        <a:lnTo>
                          <a:pt x="44672" y="2305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15" name="Google Shape;815;p28"/>
                <p:cNvSpPr/>
                <p:nvPr/>
              </p:nvSpPr>
              <p:spPr>
                <a:xfrm>
                  <a:off x="3646100" y="2816007"/>
                  <a:ext cx="10526" cy="30321"/>
                </a:xfrm>
                <a:custGeom>
                  <a:rect b="b" l="l" r="r" t="t"/>
                  <a:pathLst>
                    <a:path extrusionOk="0" h="30321" w="10526">
                      <a:moveTo>
                        <a:pt x="10169" y="14494"/>
                      </a:moveTo>
                      <a:cubicBezTo>
                        <a:pt x="11216" y="22876"/>
                        <a:pt x="9883" y="29924"/>
                        <a:pt x="7216" y="30305"/>
                      </a:cubicBezTo>
                      <a:cubicBezTo>
                        <a:pt x="4453" y="30687"/>
                        <a:pt x="1406" y="24210"/>
                        <a:pt x="358" y="15828"/>
                      </a:cubicBezTo>
                      <a:cubicBezTo>
                        <a:pt x="-690" y="7445"/>
                        <a:pt x="644" y="397"/>
                        <a:pt x="3311" y="16"/>
                      </a:cubicBezTo>
                      <a:cubicBezTo>
                        <a:pt x="5978" y="-365"/>
                        <a:pt x="9121" y="6112"/>
                        <a:pt x="10169" y="14494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3330704" y="2298053"/>
                  <a:ext cx="305943" cy="497395"/>
                </a:xfrm>
                <a:custGeom>
                  <a:rect b="b" l="l" r="r" t="t"/>
                  <a:pathLst>
                    <a:path extrusionOk="0" h="497395" w="305943">
                      <a:moveTo>
                        <a:pt x="93345" y="0"/>
                      </a:moveTo>
                      <a:lnTo>
                        <a:pt x="0" y="70771"/>
                      </a:lnTo>
                      <a:lnTo>
                        <a:pt x="157353" y="243554"/>
                      </a:lnTo>
                      <a:lnTo>
                        <a:pt x="146780" y="285655"/>
                      </a:lnTo>
                      <a:lnTo>
                        <a:pt x="267271" y="497396"/>
                      </a:lnTo>
                      <a:lnTo>
                        <a:pt x="305943" y="475107"/>
                      </a:lnTo>
                      <a:lnTo>
                        <a:pt x="218218" y="187357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3475715" y="2175730"/>
                  <a:ext cx="25487" cy="38598"/>
                </a:xfrm>
                <a:custGeom>
                  <a:rect b="b" l="l" r="r" t="t"/>
                  <a:pathLst>
                    <a:path extrusionOk="0" h="38598" w="25487">
                      <a:moveTo>
                        <a:pt x="25487" y="22"/>
                      </a:moveTo>
                      <a:cubicBezTo>
                        <a:pt x="25487" y="22"/>
                        <a:pt x="1198" y="-359"/>
                        <a:pt x="55" y="2023"/>
                      </a:cubicBezTo>
                      <a:cubicBezTo>
                        <a:pt x="-1088" y="4404"/>
                        <a:pt x="15867" y="38599"/>
                        <a:pt x="15867" y="38599"/>
                      </a:cubicBezTo>
                      <a:lnTo>
                        <a:pt x="25487" y="2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3466918" y="1859757"/>
                  <a:ext cx="260554" cy="276176"/>
                </a:xfrm>
                <a:custGeom>
                  <a:rect b="b" l="l" r="r" t="t"/>
                  <a:pathLst>
                    <a:path extrusionOk="0" h="276176" w="260554">
                      <a:moveTo>
                        <a:pt x="69717" y="275324"/>
                      </a:moveTo>
                      <a:cubicBezTo>
                        <a:pt x="7137" y="291802"/>
                        <a:pt x="-28962" y="64059"/>
                        <a:pt x="29712" y="51200"/>
                      </a:cubicBezTo>
                      <a:cubicBezTo>
                        <a:pt x="29712" y="51200"/>
                        <a:pt x="33331" y="19673"/>
                        <a:pt x="64859" y="11957"/>
                      </a:cubicBezTo>
                      <a:cubicBezTo>
                        <a:pt x="96387" y="4242"/>
                        <a:pt x="110579" y="23864"/>
                        <a:pt x="110579" y="23864"/>
                      </a:cubicBezTo>
                      <a:cubicBezTo>
                        <a:pt x="110579" y="23864"/>
                        <a:pt x="116484" y="9005"/>
                        <a:pt x="125438" y="9576"/>
                      </a:cubicBezTo>
                      <a:cubicBezTo>
                        <a:pt x="134391" y="10148"/>
                        <a:pt x="142107" y="17291"/>
                        <a:pt x="142107" y="17291"/>
                      </a:cubicBezTo>
                      <a:cubicBezTo>
                        <a:pt x="142107" y="17291"/>
                        <a:pt x="161157" y="-1092"/>
                        <a:pt x="183064" y="51"/>
                      </a:cubicBezTo>
                      <a:cubicBezTo>
                        <a:pt x="205067" y="1194"/>
                        <a:pt x="218116" y="13672"/>
                        <a:pt x="220497" y="23197"/>
                      </a:cubicBezTo>
                      <a:cubicBezTo>
                        <a:pt x="220497" y="23197"/>
                        <a:pt x="255549" y="4814"/>
                        <a:pt x="260312" y="46914"/>
                      </a:cubicBezTo>
                      <a:cubicBezTo>
                        <a:pt x="262407" y="65964"/>
                        <a:pt x="250215" y="74822"/>
                        <a:pt x="250215" y="74822"/>
                      </a:cubicBezTo>
                      <a:cubicBezTo>
                        <a:pt x="250215" y="74822"/>
                        <a:pt x="253740" y="109303"/>
                        <a:pt x="235928" y="116351"/>
                      </a:cubicBezTo>
                      <a:cubicBezTo>
                        <a:pt x="235928" y="116351"/>
                        <a:pt x="241262" y="138926"/>
                        <a:pt x="231737" y="139021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3482667" y="1956646"/>
                  <a:ext cx="218559" cy="367703"/>
                </a:xfrm>
                <a:custGeom>
                  <a:rect b="b" l="l" r="r" t="t"/>
                  <a:pathLst>
                    <a:path extrusionOk="0" h="367703" w="218559">
                      <a:moveTo>
                        <a:pt x="212940" y="10128"/>
                      </a:moveTo>
                      <a:cubicBezTo>
                        <a:pt x="212940" y="10128"/>
                        <a:pt x="235514" y="165481"/>
                        <a:pt x="190175" y="227774"/>
                      </a:cubicBezTo>
                      <a:cubicBezTo>
                        <a:pt x="177888" y="238061"/>
                        <a:pt x="142455" y="229965"/>
                        <a:pt x="131215" y="228536"/>
                      </a:cubicBezTo>
                      <a:cubicBezTo>
                        <a:pt x="130263" y="221869"/>
                        <a:pt x="122929" y="279400"/>
                        <a:pt x="137693" y="329311"/>
                      </a:cubicBezTo>
                      <a:cubicBezTo>
                        <a:pt x="153599" y="378841"/>
                        <a:pt x="86543" y="379507"/>
                        <a:pt x="54444" y="336740"/>
                      </a:cubicBezTo>
                      <a:lnTo>
                        <a:pt x="5962" y="278447"/>
                      </a:lnTo>
                      <a:cubicBezTo>
                        <a:pt x="5962" y="278447"/>
                        <a:pt x="17487" y="191389"/>
                        <a:pt x="19678" y="162052"/>
                      </a:cubicBezTo>
                      <a:cubicBezTo>
                        <a:pt x="20821" y="146335"/>
                        <a:pt x="21202" y="131000"/>
                        <a:pt x="19868" y="122713"/>
                      </a:cubicBezTo>
                      <a:cubicBezTo>
                        <a:pt x="1390" y="121094"/>
                        <a:pt x="-4040" y="86899"/>
                        <a:pt x="2914" y="68326"/>
                      </a:cubicBezTo>
                      <a:cubicBezTo>
                        <a:pt x="9581" y="50609"/>
                        <a:pt x="44824" y="75850"/>
                        <a:pt x="51206" y="91662"/>
                      </a:cubicBezTo>
                      <a:cubicBezTo>
                        <a:pt x="53206" y="96710"/>
                        <a:pt x="59016" y="101949"/>
                        <a:pt x="65398" y="94424"/>
                      </a:cubicBezTo>
                      <a:cubicBezTo>
                        <a:pt x="69303" y="89757"/>
                        <a:pt x="70160" y="47275"/>
                        <a:pt x="75685" y="20891"/>
                      </a:cubicBezTo>
                      <a:cubicBezTo>
                        <a:pt x="81781" y="36893"/>
                        <a:pt x="106641" y="27368"/>
                        <a:pt x="106736" y="27368"/>
                      </a:cubicBezTo>
                      <a:cubicBezTo>
                        <a:pt x="115594" y="26987"/>
                        <a:pt x="122738" y="11938"/>
                        <a:pt x="122072" y="11652"/>
                      </a:cubicBezTo>
                      <a:cubicBezTo>
                        <a:pt x="133216" y="24701"/>
                        <a:pt x="167887" y="24701"/>
                        <a:pt x="178650" y="23844"/>
                      </a:cubicBezTo>
                      <a:cubicBezTo>
                        <a:pt x="188365" y="22987"/>
                        <a:pt x="194652" y="10414"/>
                        <a:pt x="197700" y="7175"/>
                      </a:cubicBezTo>
                      <a:cubicBezTo>
                        <a:pt x="213893" y="-10541"/>
                        <a:pt x="212940" y="10128"/>
                        <a:pt x="212940" y="10128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3580545" y="2180039"/>
                  <a:ext cx="44005" cy="112585"/>
                </a:xfrm>
                <a:custGeom>
                  <a:rect b="b" l="l" r="r" t="t"/>
                  <a:pathLst>
                    <a:path extrusionOk="0" h="112585" w="44005">
                      <a:moveTo>
                        <a:pt x="44006" y="6477"/>
                      </a:moveTo>
                      <a:lnTo>
                        <a:pt x="0" y="0"/>
                      </a:lnTo>
                      <a:lnTo>
                        <a:pt x="37529" y="112586"/>
                      </a:ln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3401094" y="2183753"/>
                  <a:ext cx="255174" cy="646842"/>
                </a:xfrm>
                <a:custGeom>
                  <a:rect b="b" l="l" r="r" t="t"/>
                  <a:pathLst>
                    <a:path extrusionOk="0" h="646842" w="255174">
                      <a:moveTo>
                        <a:pt x="0" y="87535"/>
                      </a:moveTo>
                      <a:lnTo>
                        <a:pt x="87440" y="301276"/>
                      </a:lnTo>
                      <a:lnTo>
                        <a:pt x="155924" y="307562"/>
                      </a:lnTo>
                      <a:lnTo>
                        <a:pt x="125540" y="347377"/>
                      </a:lnTo>
                      <a:lnTo>
                        <a:pt x="255175" y="646843"/>
                      </a:lnTo>
                      <a:cubicBezTo>
                        <a:pt x="255175" y="646843"/>
                        <a:pt x="204311" y="375476"/>
                        <a:pt x="154877" y="222504"/>
                      </a:cubicBezTo>
                      <a:cubicBezTo>
                        <a:pt x="115919" y="102108"/>
                        <a:pt x="72866" y="0"/>
                        <a:pt x="72866" y="0"/>
                      </a:cubicBezTo>
                      <a:lnTo>
                        <a:pt x="0" y="87535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2" name="Google Shape;822;p28"/>
                <p:cNvGrpSpPr/>
                <p:nvPr/>
              </p:nvGrpSpPr>
              <p:grpSpPr>
                <a:xfrm>
                  <a:off x="3766471" y="2402281"/>
                  <a:ext cx="459096" cy="418904"/>
                  <a:chOff x="6987571" y="3640156"/>
                  <a:chExt cx="459096" cy="418904"/>
                </a:xfrm>
              </p:grpSpPr>
              <p:sp>
                <p:nvSpPr>
                  <p:cNvPr id="823" name="Google Shape;823;p28"/>
                  <p:cNvSpPr/>
                  <p:nvPr/>
                </p:nvSpPr>
                <p:spPr>
                  <a:xfrm>
                    <a:off x="6987571" y="3640156"/>
                    <a:ext cx="435292" cy="416369"/>
                  </a:xfrm>
                  <a:custGeom>
                    <a:rect b="b" l="l" r="r" t="t"/>
                    <a:pathLst>
                      <a:path extrusionOk="0" h="416369" w="435292">
                        <a:moveTo>
                          <a:pt x="159" y="408349"/>
                        </a:moveTo>
                        <a:lnTo>
                          <a:pt x="84836" y="120694"/>
                        </a:lnTo>
                        <a:cubicBezTo>
                          <a:pt x="88742" y="107835"/>
                          <a:pt x="98171" y="97453"/>
                          <a:pt x="110554" y="92309"/>
                        </a:cubicBezTo>
                        <a:lnTo>
                          <a:pt x="404781" y="2013"/>
                        </a:lnTo>
                        <a:cubicBezTo>
                          <a:pt x="425450" y="-6750"/>
                          <a:pt x="440881" y="14681"/>
                          <a:pt x="433356" y="35826"/>
                        </a:cubicBezTo>
                        <a:lnTo>
                          <a:pt x="356394" y="266903"/>
                        </a:lnTo>
                        <a:cubicBezTo>
                          <a:pt x="351346" y="282238"/>
                          <a:pt x="340392" y="294716"/>
                          <a:pt x="326104" y="301383"/>
                        </a:cubicBezTo>
                        <a:lnTo>
                          <a:pt x="21209" y="415493"/>
                        </a:lnTo>
                        <a:cubicBezTo>
                          <a:pt x="15589" y="418160"/>
                          <a:pt x="-1841" y="414445"/>
                          <a:pt x="159" y="408349"/>
                        </a:cubicBezTo>
                        <a:close/>
                      </a:path>
                    </a:pathLst>
                  </a:custGeom>
                  <a:solidFill>
                    <a:schemeClr val="dk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4" name="Google Shape;824;p28"/>
                  <p:cNvSpPr/>
                  <p:nvPr/>
                </p:nvSpPr>
                <p:spPr>
                  <a:xfrm>
                    <a:off x="7003440" y="3647750"/>
                    <a:ext cx="443227" cy="411310"/>
                  </a:xfrm>
                  <a:custGeom>
                    <a:rect b="b" l="l" r="r" t="t"/>
                    <a:pathLst>
                      <a:path extrusionOk="0" h="411310" w="443227">
                        <a:moveTo>
                          <a:pt x="6" y="411137"/>
                        </a:moveTo>
                        <a:lnTo>
                          <a:pt x="89732" y="119005"/>
                        </a:lnTo>
                        <a:cubicBezTo>
                          <a:pt x="92875" y="109195"/>
                          <a:pt x="100019" y="101289"/>
                          <a:pt x="109449" y="97193"/>
                        </a:cubicBezTo>
                        <a:lnTo>
                          <a:pt x="424059" y="1086"/>
                        </a:lnTo>
                        <a:cubicBezTo>
                          <a:pt x="436632" y="-4058"/>
                          <a:pt x="446252" y="10039"/>
                          <a:pt x="442347" y="22994"/>
                        </a:cubicBezTo>
                        <a:lnTo>
                          <a:pt x="361956" y="262833"/>
                        </a:lnTo>
                        <a:cubicBezTo>
                          <a:pt x="355956" y="279026"/>
                          <a:pt x="351765" y="286645"/>
                          <a:pt x="336239" y="294265"/>
                        </a:cubicBezTo>
                        <a:cubicBezTo>
                          <a:pt x="282042" y="321031"/>
                          <a:pt x="-1518" y="415900"/>
                          <a:pt x="6" y="411137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25" name="Google Shape;825;p28"/>
                <p:cNvSpPr/>
                <p:nvPr/>
              </p:nvSpPr>
              <p:spPr>
                <a:xfrm>
                  <a:off x="3647125" y="2564995"/>
                  <a:ext cx="345900" cy="328180"/>
                </a:xfrm>
                <a:custGeom>
                  <a:rect b="b" l="l" r="r" t="t"/>
                  <a:pathLst>
                    <a:path extrusionOk="0" h="328180" w="345900">
                      <a:moveTo>
                        <a:pt x="46482" y="328180"/>
                      </a:moveTo>
                      <a:cubicBezTo>
                        <a:pt x="200977" y="222357"/>
                        <a:pt x="287941" y="139395"/>
                        <a:pt x="304514" y="124726"/>
                      </a:cubicBezTo>
                      <a:cubicBezTo>
                        <a:pt x="313944" y="116344"/>
                        <a:pt x="339852" y="88150"/>
                        <a:pt x="337757" y="83388"/>
                      </a:cubicBezTo>
                      <a:cubicBezTo>
                        <a:pt x="332994" y="72529"/>
                        <a:pt x="280321" y="128155"/>
                        <a:pt x="281654" y="124441"/>
                      </a:cubicBezTo>
                      <a:cubicBezTo>
                        <a:pt x="282988" y="120726"/>
                        <a:pt x="349377" y="63290"/>
                        <a:pt x="345758" y="54432"/>
                      </a:cubicBezTo>
                      <a:cubicBezTo>
                        <a:pt x="340233" y="41097"/>
                        <a:pt x="267367" y="106438"/>
                        <a:pt x="266033" y="107486"/>
                      </a:cubicBezTo>
                      <a:cubicBezTo>
                        <a:pt x="246602" y="123298"/>
                        <a:pt x="338233" y="47669"/>
                        <a:pt x="336709" y="37573"/>
                      </a:cubicBezTo>
                      <a:cubicBezTo>
                        <a:pt x="335185" y="27476"/>
                        <a:pt x="290989" y="59099"/>
                        <a:pt x="289369" y="60242"/>
                      </a:cubicBezTo>
                      <a:cubicBezTo>
                        <a:pt x="289369" y="60242"/>
                        <a:pt x="253175" y="89579"/>
                        <a:pt x="250412" y="87388"/>
                      </a:cubicBezTo>
                      <a:cubicBezTo>
                        <a:pt x="247745" y="85198"/>
                        <a:pt x="309753" y="1758"/>
                        <a:pt x="298894" y="44"/>
                      </a:cubicBezTo>
                      <a:cubicBezTo>
                        <a:pt x="288036" y="-1670"/>
                        <a:pt x="246412" y="47193"/>
                        <a:pt x="233839" y="59004"/>
                      </a:cubicBezTo>
                      <a:cubicBezTo>
                        <a:pt x="221266" y="70815"/>
                        <a:pt x="193358" y="80054"/>
                        <a:pt x="182975" y="88055"/>
                      </a:cubicBezTo>
                      <a:cubicBezTo>
                        <a:pt x="168592" y="99009"/>
                        <a:pt x="168497" y="61195"/>
                        <a:pt x="174498" y="47859"/>
                      </a:cubicBezTo>
                      <a:cubicBezTo>
                        <a:pt x="174498" y="47859"/>
                        <a:pt x="147352" y="79673"/>
                        <a:pt x="138017" y="106724"/>
                      </a:cubicBezTo>
                      <a:cubicBezTo>
                        <a:pt x="133159" y="120916"/>
                        <a:pt x="130111" y="139014"/>
                        <a:pt x="130111" y="139014"/>
                      </a:cubicBezTo>
                      <a:lnTo>
                        <a:pt x="0" y="225024"/>
                      </a:lnTo>
                      <a:lnTo>
                        <a:pt x="46482" y="32818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3241122" y="2335393"/>
                  <a:ext cx="596026" cy="655791"/>
                </a:xfrm>
                <a:custGeom>
                  <a:rect b="b" l="l" r="r" t="t"/>
                  <a:pathLst>
                    <a:path extrusionOk="0" h="655791" w="596026">
                      <a:moveTo>
                        <a:pt x="191214" y="71341"/>
                      </a:moveTo>
                      <a:cubicBezTo>
                        <a:pt x="191214" y="71341"/>
                        <a:pt x="128254" y="-27719"/>
                        <a:pt x="70342" y="7619"/>
                      </a:cubicBezTo>
                      <a:cubicBezTo>
                        <a:pt x="-27670" y="67531"/>
                        <a:pt x="-43863" y="302418"/>
                        <a:pt x="156924" y="597978"/>
                      </a:cubicBezTo>
                      <a:cubicBezTo>
                        <a:pt x="202454" y="665034"/>
                        <a:pt x="329898" y="676178"/>
                        <a:pt x="386953" y="618647"/>
                      </a:cubicBezTo>
                      <a:lnTo>
                        <a:pt x="596027" y="489488"/>
                      </a:lnTo>
                      <a:lnTo>
                        <a:pt x="506777" y="349566"/>
                      </a:lnTo>
                      <a:lnTo>
                        <a:pt x="370760" y="440816"/>
                      </a:lnTo>
                      <a:lnTo>
                        <a:pt x="191214" y="7134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3367376" y="2872120"/>
                  <a:ext cx="228409" cy="118924"/>
                </a:xfrm>
                <a:custGeom>
                  <a:rect b="b" l="l" r="r" t="t"/>
                  <a:pathLst>
                    <a:path extrusionOk="0" h="118924" w="228409">
                      <a:moveTo>
                        <a:pt x="187357" y="39249"/>
                      </a:moveTo>
                      <a:cubicBezTo>
                        <a:pt x="158877" y="10293"/>
                        <a:pt x="121158" y="-280"/>
                        <a:pt x="81343" y="6"/>
                      </a:cubicBezTo>
                      <a:cubicBezTo>
                        <a:pt x="57626" y="196"/>
                        <a:pt x="25432" y="2768"/>
                        <a:pt x="0" y="13912"/>
                      </a:cubicBezTo>
                      <a:cubicBezTo>
                        <a:pt x="9620" y="29533"/>
                        <a:pt x="19717" y="45249"/>
                        <a:pt x="30575" y="61252"/>
                      </a:cubicBezTo>
                      <a:cubicBezTo>
                        <a:pt x="68866" y="117639"/>
                        <a:pt x="164878" y="134308"/>
                        <a:pt x="228409" y="104019"/>
                      </a:cubicBezTo>
                      <a:cubicBezTo>
                        <a:pt x="218789" y="79921"/>
                        <a:pt x="205550" y="57727"/>
                        <a:pt x="187357" y="39249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28" name="Google Shape;828;p28"/>
                <p:cNvGrpSpPr/>
                <p:nvPr/>
              </p:nvGrpSpPr>
              <p:grpSpPr>
                <a:xfrm rot="235659">
                  <a:off x="3523788" y="2021240"/>
                  <a:ext cx="197177" cy="63248"/>
                  <a:chOff x="3535016" y="2018114"/>
                  <a:chExt cx="197167" cy="63245"/>
                </a:xfrm>
              </p:grpSpPr>
              <p:sp>
                <p:nvSpPr>
                  <p:cNvPr id="829" name="Google Shape;829;p28"/>
                  <p:cNvSpPr/>
                  <p:nvPr/>
                </p:nvSpPr>
                <p:spPr>
                  <a:xfrm>
                    <a:off x="3610835" y="2018114"/>
                    <a:ext cx="62674" cy="63245"/>
                  </a:xfrm>
                  <a:custGeom>
                    <a:rect b="b" l="l" r="r" t="t"/>
                    <a:pathLst>
                      <a:path extrusionOk="0" h="63245" w="62674">
                        <a:moveTo>
                          <a:pt x="31337" y="63246"/>
                        </a:moveTo>
                        <a:cubicBezTo>
                          <a:pt x="14097" y="63246"/>
                          <a:pt x="0" y="49054"/>
                          <a:pt x="0" y="31623"/>
                        </a:cubicBezTo>
                        <a:cubicBezTo>
                          <a:pt x="0" y="14192"/>
                          <a:pt x="14002" y="0"/>
                          <a:pt x="31337" y="0"/>
                        </a:cubicBezTo>
                        <a:cubicBezTo>
                          <a:pt x="48673" y="0"/>
                          <a:pt x="62675" y="14192"/>
                          <a:pt x="62675" y="31623"/>
                        </a:cubicBezTo>
                        <a:cubicBezTo>
                          <a:pt x="62579" y="49054"/>
                          <a:pt x="48578" y="63246"/>
                          <a:pt x="31337" y="63246"/>
                        </a:cubicBezTo>
                        <a:close/>
                        <a:moveTo>
                          <a:pt x="31337" y="2286"/>
                        </a:moveTo>
                        <a:cubicBezTo>
                          <a:pt x="15335" y="2286"/>
                          <a:pt x="2381" y="15430"/>
                          <a:pt x="2381" y="31623"/>
                        </a:cubicBezTo>
                        <a:cubicBezTo>
                          <a:pt x="2381" y="47816"/>
                          <a:pt x="15430" y="60960"/>
                          <a:pt x="31337" y="60960"/>
                        </a:cubicBezTo>
                        <a:cubicBezTo>
                          <a:pt x="47244" y="60960"/>
                          <a:pt x="60293" y="47816"/>
                          <a:pt x="60293" y="31623"/>
                        </a:cubicBezTo>
                        <a:cubicBezTo>
                          <a:pt x="60293" y="15430"/>
                          <a:pt x="47244" y="2286"/>
                          <a:pt x="31337" y="228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0" name="Google Shape;830;p28"/>
                  <p:cNvSpPr/>
                  <p:nvPr/>
                </p:nvSpPr>
                <p:spPr>
                  <a:xfrm>
                    <a:off x="3682082" y="2018209"/>
                    <a:ext cx="50101" cy="61531"/>
                  </a:xfrm>
                  <a:custGeom>
                    <a:rect b="b" l="l" r="r" t="t"/>
                    <a:pathLst>
                      <a:path extrusionOk="0" h="61531" w="50101">
                        <a:moveTo>
                          <a:pt x="25051" y="61532"/>
                        </a:moveTo>
                        <a:cubicBezTo>
                          <a:pt x="11240" y="61532"/>
                          <a:pt x="0" y="47720"/>
                          <a:pt x="0" y="30766"/>
                        </a:cubicBezTo>
                        <a:cubicBezTo>
                          <a:pt x="0" y="13811"/>
                          <a:pt x="11240" y="0"/>
                          <a:pt x="25051" y="0"/>
                        </a:cubicBezTo>
                        <a:cubicBezTo>
                          <a:pt x="38862" y="0"/>
                          <a:pt x="50102" y="13811"/>
                          <a:pt x="50102" y="30766"/>
                        </a:cubicBezTo>
                        <a:cubicBezTo>
                          <a:pt x="50102" y="47720"/>
                          <a:pt x="38862" y="61532"/>
                          <a:pt x="25051" y="61532"/>
                        </a:cubicBezTo>
                        <a:close/>
                        <a:moveTo>
                          <a:pt x="25051" y="2096"/>
                        </a:moveTo>
                        <a:cubicBezTo>
                          <a:pt x="12383" y="2096"/>
                          <a:pt x="2000" y="14954"/>
                          <a:pt x="2000" y="30766"/>
                        </a:cubicBezTo>
                        <a:cubicBezTo>
                          <a:pt x="2000" y="46577"/>
                          <a:pt x="12287" y="59436"/>
                          <a:pt x="25051" y="59436"/>
                        </a:cubicBezTo>
                        <a:cubicBezTo>
                          <a:pt x="37814" y="59436"/>
                          <a:pt x="48101" y="46577"/>
                          <a:pt x="48101" y="30766"/>
                        </a:cubicBezTo>
                        <a:cubicBezTo>
                          <a:pt x="48101" y="14954"/>
                          <a:pt x="37719" y="2096"/>
                          <a:pt x="25051" y="2096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1" name="Google Shape;831;p28"/>
                  <p:cNvSpPr/>
                  <p:nvPr/>
                </p:nvSpPr>
                <p:spPr>
                  <a:xfrm>
                    <a:off x="3670937" y="2045832"/>
                    <a:ext cx="13144" cy="7524"/>
                  </a:xfrm>
                  <a:custGeom>
                    <a:rect b="b" l="l" r="r" t="t"/>
                    <a:pathLst>
                      <a:path extrusionOk="0" h="7524" w="13144">
                        <a:moveTo>
                          <a:pt x="2096" y="7525"/>
                        </a:moveTo>
                        <a:lnTo>
                          <a:pt x="0" y="6572"/>
                        </a:lnTo>
                        <a:cubicBezTo>
                          <a:pt x="286" y="5905"/>
                          <a:pt x="2953" y="0"/>
                          <a:pt x="6858" y="0"/>
                        </a:cubicBezTo>
                        <a:cubicBezTo>
                          <a:pt x="6858" y="0"/>
                          <a:pt x="6858" y="0"/>
                          <a:pt x="6953" y="0"/>
                        </a:cubicBezTo>
                        <a:cubicBezTo>
                          <a:pt x="9334" y="0"/>
                          <a:pt x="11430" y="2191"/>
                          <a:pt x="13145" y="6667"/>
                        </a:cubicBezTo>
                        <a:lnTo>
                          <a:pt x="10954" y="7525"/>
                        </a:lnTo>
                        <a:cubicBezTo>
                          <a:pt x="9620" y="4191"/>
                          <a:pt x="8192" y="2381"/>
                          <a:pt x="6858" y="2381"/>
                        </a:cubicBezTo>
                        <a:cubicBezTo>
                          <a:pt x="6858" y="2381"/>
                          <a:pt x="6858" y="2381"/>
                          <a:pt x="6858" y="2381"/>
                        </a:cubicBezTo>
                        <a:cubicBezTo>
                          <a:pt x="4763" y="2381"/>
                          <a:pt x="2667" y="6191"/>
                          <a:pt x="2096" y="7525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32" name="Google Shape;832;p28"/>
                  <p:cNvGrpSpPr/>
                  <p:nvPr/>
                </p:nvGrpSpPr>
                <p:grpSpPr>
                  <a:xfrm>
                    <a:off x="3601215" y="2041545"/>
                    <a:ext cx="11334" cy="10286"/>
                    <a:chOff x="6825615" y="3284695"/>
                    <a:chExt cx="11334" cy="10286"/>
                  </a:xfrm>
                </p:grpSpPr>
                <p:sp>
                  <p:nvSpPr>
                    <p:cNvPr id="833" name="Google Shape;833;p28"/>
                    <p:cNvSpPr/>
                    <p:nvPr/>
                  </p:nvSpPr>
                  <p:spPr>
                    <a:xfrm>
                      <a:off x="6826758" y="3285743"/>
                      <a:ext cx="9239" cy="8191"/>
                    </a:xfrm>
                    <a:custGeom>
                      <a:rect b="b" l="l" r="r" t="t"/>
                      <a:pathLst>
                        <a:path extrusionOk="0" h="8191" w="9239">
                          <a:moveTo>
                            <a:pt x="9239" y="8192"/>
                          </a:moveTo>
                          <a:lnTo>
                            <a:pt x="4096" y="8192"/>
                          </a:lnTo>
                          <a:cubicBezTo>
                            <a:pt x="1810" y="8192"/>
                            <a:pt x="0" y="6382"/>
                            <a:pt x="0" y="4096"/>
                          </a:cubicBezTo>
                          <a:lnTo>
                            <a:pt x="0" y="4096"/>
                          </a:lnTo>
                          <a:cubicBezTo>
                            <a:pt x="0" y="1810"/>
                            <a:pt x="1810" y="0"/>
                            <a:pt x="4096" y="0"/>
                          </a:cubicBezTo>
                          <a:lnTo>
                            <a:pt x="9239" y="0"/>
                          </a:lnTo>
                          <a:lnTo>
                            <a:pt x="9239" y="8192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34" name="Google Shape;834;p28"/>
                    <p:cNvSpPr/>
                    <p:nvPr/>
                  </p:nvSpPr>
                  <p:spPr>
                    <a:xfrm>
                      <a:off x="6825615" y="3284695"/>
                      <a:ext cx="11334" cy="10286"/>
                    </a:xfrm>
                    <a:custGeom>
                      <a:rect b="b" l="l" r="r" t="t"/>
                      <a:pathLst>
                        <a:path extrusionOk="0" h="10286" w="11334">
                          <a:moveTo>
                            <a:pt x="11335" y="10287"/>
                          </a:moveTo>
                          <a:lnTo>
                            <a:pt x="5143" y="10287"/>
                          </a:lnTo>
                          <a:cubicBezTo>
                            <a:pt x="2286" y="10287"/>
                            <a:pt x="0" y="8001"/>
                            <a:pt x="0" y="5143"/>
                          </a:cubicBezTo>
                          <a:cubicBezTo>
                            <a:pt x="0" y="2286"/>
                            <a:pt x="2286" y="0"/>
                            <a:pt x="5143" y="0"/>
                          </a:cubicBezTo>
                          <a:lnTo>
                            <a:pt x="11335" y="0"/>
                          </a:lnTo>
                          <a:lnTo>
                            <a:pt x="11335" y="10287"/>
                          </a:lnTo>
                          <a:close/>
                          <a:moveTo>
                            <a:pt x="5239" y="2000"/>
                          </a:moveTo>
                          <a:cubicBezTo>
                            <a:pt x="3524" y="2000"/>
                            <a:pt x="2096" y="3429"/>
                            <a:pt x="2096" y="5143"/>
                          </a:cubicBezTo>
                          <a:cubicBezTo>
                            <a:pt x="2096" y="6858"/>
                            <a:pt x="3524" y="8287"/>
                            <a:pt x="5239" y="8287"/>
                          </a:cubicBezTo>
                          <a:lnTo>
                            <a:pt x="9334" y="8287"/>
                          </a:lnTo>
                          <a:lnTo>
                            <a:pt x="9334" y="2096"/>
                          </a:lnTo>
                          <a:lnTo>
                            <a:pt x="5239" y="2096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35" name="Google Shape;835;p28"/>
                  <p:cNvSpPr/>
                  <p:nvPr/>
                </p:nvSpPr>
                <p:spPr>
                  <a:xfrm>
                    <a:off x="3535016" y="2040498"/>
                    <a:ext cx="76485" cy="7143"/>
                  </a:xfrm>
                  <a:custGeom>
                    <a:rect b="b" l="l" r="r" t="t"/>
                    <a:pathLst>
                      <a:path extrusionOk="0" h="7143" w="76485">
                        <a:moveTo>
                          <a:pt x="76391" y="7144"/>
                        </a:moveTo>
                        <a:lnTo>
                          <a:pt x="0" y="2096"/>
                        </a:lnTo>
                        <a:lnTo>
                          <a:pt x="95" y="0"/>
                        </a:lnTo>
                        <a:lnTo>
                          <a:pt x="76486" y="5143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36" name="Google Shape;836;p28"/>
                <p:cNvSpPr/>
                <p:nvPr/>
              </p:nvSpPr>
              <p:spPr>
                <a:xfrm flipH="1">
                  <a:off x="3487528" y="2039079"/>
                  <a:ext cx="30156" cy="30857"/>
                </a:xfrm>
                <a:custGeom>
                  <a:rect b="b" l="l" r="r" t="t"/>
                  <a:pathLst>
                    <a:path extrusionOk="0" h="34" w="33">
                      <a:moveTo>
                        <a:pt x="2" y="34"/>
                      </a:moveTo>
                      <a:cubicBezTo>
                        <a:pt x="3" y="34"/>
                        <a:pt x="4" y="33"/>
                        <a:pt x="4" y="32"/>
                      </a:cubicBezTo>
                      <a:cubicBezTo>
                        <a:pt x="4" y="32"/>
                        <a:pt x="4" y="22"/>
                        <a:pt x="10" y="18"/>
                      </a:cubicBezTo>
                      <a:cubicBezTo>
                        <a:pt x="12" y="17"/>
                        <a:pt x="16" y="17"/>
                        <a:pt x="20" y="19"/>
                      </a:cubicBezTo>
                      <a:cubicBezTo>
                        <a:pt x="21" y="19"/>
                        <a:pt x="22" y="19"/>
                        <a:pt x="22" y="18"/>
                      </a:cubicBezTo>
                      <a:cubicBezTo>
                        <a:pt x="22" y="17"/>
                        <a:pt x="22" y="16"/>
                        <a:pt x="21" y="16"/>
                      </a:cubicBezTo>
                      <a:cubicBezTo>
                        <a:pt x="16" y="14"/>
                        <a:pt x="12" y="14"/>
                        <a:pt x="8" y="16"/>
                      </a:cubicBezTo>
                      <a:cubicBezTo>
                        <a:pt x="7" y="16"/>
                        <a:pt x="6" y="17"/>
                        <a:pt x="6" y="18"/>
                      </a:cubicBezTo>
                      <a:cubicBezTo>
                        <a:pt x="8" y="10"/>
                        <a:pt x="13" y="4"/>
                        <a:pt x="18" y="4"/>
                      </a:cubicBezTo>
                      <a:cubicBezTo>
                        <a:pt x="21" y="3"/>
                        <a:pt x="24" y="5"/>
                        <a:pt x="27" y="8"/>
                      </a:cubicBezTo>
                      <a:cubicBezTo>
                        <a:pt x="29" y="10"/>
                        <a:pt x="30" y="13"/>
                        <a:pt x="30" y="13"/>
                      </a:cubicBezTo>
                      <a:cubicBezTo>
                        <a:pt x="31" y="13"/>
                        <a:pt x="31" y="14"/>
                        <a:pt x="32" y="13"/>
                      </a:cubicBezTo>
                      <a:cubicBezTo>
                        <a:pt x="33" y="13"/>
                        <a:pt x="33" y="12"/>
                        <a:pt x="33" y="11"/>
                      </a:cubicBezTo>
                      <a:cubicBezTo>
                        <a:pt x="33" y="11"/>
                        <a:pt x="28" y="0"/>
                        <a:pt x="18" y="1"/>
                      </a:cubicBezTo>
                      <a:cubicBezTo>
                        <a:pt x="8" y="2"/>
                        <a:pt x="0" y="16"/>
                        <a:pt x="1" y="32"/>
                      </a:cubicBezTo>
                      <a:cubicBezTo>
                        <a:pt x="1" y="33"/>
                        <a:pt x="1" y="34"/>
                        <a:pt x="2" y="34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37" name="Google Shape;837;p28"/>
                <p:cNvGrpSpPr/>
                <p:nvPr/>
              </p:nvGrpSpPr>
              <p:grpSpPr>
                <a:xfrm flipH="1">
                  <a:off x="3608347" y="1986575"/>
                  <a:ext cx="95784" cy="80518"/>
                  <a:chOff x="5551897" y="1383249"/>
                  <a:chExt cx="166378" cy="139861"/>
                </a:xfrm>
              </p:grpSpPr>
              <p:sp>
                <p:nvSpPr>
                  <p:cNvPr id="838" name="Google Shape;838;p28"/>
                  <p:cNvSpPr/>
                  <p:nvPr/>
                </p:nvSpPr>
                <p:spPr>
                  <a:xfrm>
                    <a:off x="5560156" y="1474947"/>
                    <a:ext cx="24082" cy="48163"/>
                  </a:xfrm>
                  <a:custGeom>
                    <a:rect b="b" l="l" r="r" t="t"/>
                    <a:pathLst>
                      <a:path extrusionOk="0" h="43" w="21">
                        <a:moveTo>
                          <a:pt x="19" y="20"/>
                        </a:moveTo>
                        <a:cubicBezTo>
                          <a:pt x="21" y="31"/>
                          <a:pt x="18" y="41"/>
                          <a:pt x="14" y="42"/>
                        </a:cubicBezTo>
                        <a:cubicBezTo>
                          <a:pt x="9" y="43"/>
                          <a:pt x="4" y="34"/>
                          <a:pt x="2" y="23"/>
                        </a:cubicBezTo>
                        <a:cubicBezTo>
                          <a:pt x="0" y="12"/>
                          <a:pt x="2" y="2"/>
                          <a:pt x="7" y="1"/>
                        </a:cubicBezTo>
                        <a:cubicBezTo>
                          <a:pt x="11" y="0"/>
                          <a:pt x="17" y="9"/>
                          <a:pt x="19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39" name="Google Shape;839;p28"/>
                  <p:cNvSpPr/>
                  <p:nvPr/>
                </p:nvSpPr>
                <p:spPr>
                  <a:xfrm>
                    <a:off x="5647751" y="1471248"/>
                    <a:ext cx="23222" cy="48163"/>
                  </a:xfrm>
                  <a:custGeom>
                    <a:rect b="b" l="l" r="r" t="t"/>
                    <a:pathLst>
                      <a:path extrusionOk="0" h="43" w="20">
                        <a:moveTo>
                          <a:pt x="18" y="20"/>
                        </a:moveTo>
                        <a:cubicBezTo>
                          <a:pt x="20" y="31"/>
                          <a:pt x="18" y="41"/>
                          <a:pt x="13" y="42"/>
                        </a:cubicBezTo>
                        <a:cubicBezTo>
                          <a:pt x="9" y="43"/>
                          <a:pt x="3" y="34"/>
                          <a:pt x="2" y="23"/>
                        </a:cubicBezTo>
                        <a:cubicBezTo>
                          <a:pt x="0" y="12"/>
                          <a:pt x="2" y="2"/>
                          <a:pt x="6" y="1"/>
                        </a:cubicBezTo>
                        <a:cubicBezTo>
                          <a:pt x="11" y="0"/>
                          <a:pt x="16" y="9"/>
                          <a:pt x="18" y="2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0" name="Google Shape;840;p28"/>
                  <p:cNvSpPr/>
                  <p:nvPr/>
                </p:nvSpPr>
                <p:spPr>
                  <a:xfrm>
                    <a:off x="5639150" y="1383249"/>
                    <a:ext cx="79125" cy="73105"/>
                  </a:xfrm>
                  <a:custGeom>
                    <a:rect b="b" l="l" r="r" t="t"/>
                    <a:pathLst>
                      <a:path extrusionOk="0" h="65" w="70">
                        <a:moveTo>
                          <a:pt x="0" y="51"/>
                        </a:moveTo>
                        <a:cubicBezTo>
                          <a:pt x="0" y="51"/>
                          <a:pt x="36" y="30"/>
                          <a:pt x="70" y="65"/>
                        </a:cubicBezTo>
                        <a:cubicBezTo>
                          <a:pt x="70" y="65"/>
                          <a:pt x="32" y="0"/>
                          <a:pt x="0" y="5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1" name="Google Shape;841;p28"/>
                  <p:cNvSpPr/>
                  <p:nvPr/>
                </p:nvSpPr>
                <p:spPr>
                  <a:xfrm>
                    <a:off x="5551897" y="1393579"/>
                    <a:ext cx="55044" cy="62784"/>
                  </a:xfrm>
                  <a:custGeom>
                    <a:rect b="b" l="l" r="r" t="t"/>
                    <a:pathLst>
                      <a:path extrusionOk="0" h="56" w="49">
                        <a:moveTo>
                          <a:pt x="49" y="30"/>
                        </a:moveTo>
                        <a:cubicBezTo>
                          <a:pt x="49" y="30"/>
                          <a:pt x="16" y="24"/>
                          <a:pt x="0" y="56"/>
                        </a:cubicBezTo>
                        <a:cubicBezTo>
                          <a:pt x="0" y="56"/>
                          <a:pt x="14" y="0"/>
                          <a:pt x="49" y="3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842" name="Google Shape;842;p28"/>
              <p:cNvSpPr/>
              <p:nvPr/>
            </p:nvSpPr>
            <p:spPr>
              <a:xfrm rot="-9414398">
                <a:off x="3519847" y="2067982"/>
                <a:ext cx="41373" cy="23141"/>
              </a:xfrm>
              <a:custGeom>
                <a:rect b="b" l="l" r="r" t="t"/>
                <a:pathLst>
                  <a:path extrusionOk="0" h="25" w="45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3" name="Google Shape;843;p28"/>
            <p:cNvGrpSpPr/>
            <p:nvPr/>
          </p:nvGrpSpPr>
          <p:grpSpPr>
            <a:xfrm>
              <a:off x="7132778" y="2868989"/>
              <a:ext cx="471946" cy="712345"/>
              <a:chOff x="2047101" y="2145599"/>
              <a:chExt cx="407553" cy="615151"/>
            </a:xfrm>
          </p:grpSpPr>
          <p:sp>
            <p:nvSpPr>
              <p:cNvPr id="844" name="Google Shape;844;p28"/>
              <p:cNvSpPr/>
              <p:nvPr/>
            </p:nvSpPr>
            <p:spPr>
              <a:xfrm>
                <a:off x="2047101" y="2145599"/>
                <a:ext cx="407553" cy="615151"/>
              </a:xfrm>
              <a:custGeom>
                <a:rect b="b" l="l" r="r" t="t"/>
                <a:pathLst>
                  <a:path extrusionOk="0" h="1325" w="879">
                    <a:moveTo>
                      <a:pt x="879" y="55"/>
                    </a:moveTo>
                    <a:cubicBezTo>
                      <a:pt x="879" y="1270"/>
                      <a:pt x="879" y="1270"/>
                      <a:pt x="879" y="1270"/>
                    </a:cubicBezTo>
                    <a:cubicBezTo>
                      <a:pt x="879" y="1300"/>
                      <a:pt x="854" y="1325"/>
                      <a:pt x="824" y="1325"/>
                    </a:cubicBezTo>
                    <a:cubicBezTo>
                      <a:pt x="55" y="1325"/>
                      <a:pt x="55" y="1325"/>
                      <a:pt x="55" y="1325"/>
                    </a:cubicBezTo>
                    <a:cubicBezTo>
                      <a:pt x="25" y="1325"/>
                      <a:pt x="0" y="1300"/>
                      <a:pt x="0" y="1270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28"/>
              <p:cNvSpPr/>
              <p:nvPr/>
            </p:nvSpPr>
            <p:spPr>
              <a:xfrm>
                <a:off x="2047101" y="2145599"/>
                <a:ext cx="407553" cy="203528"/>
              </a:xfrm>
              <a:custGeom>
                <a:rect b="b" l="l" r="r" t="t"/>
                <a:pathLst>
                  <a:path extrusionOk="0" h="439" w="879">
                    <a:moveTo>
                      <a:pt x="879" y="55"/>
                    </a:moveTo>
                    <a:cubicBezTo>
                      <a:pt x="879" y="439"/>
                      <a:pt x="879" y="439"/>
                      <a:pt x="879" y="439"/>
                    </a:cubicBezTo>
                    <a:cubicBezTo>
                      <a:pt x="0" y="439"/>
                      <a:pt x="0" y="439"/>
                      <a:pt x="0" y="439"/>
                    </a:cubicBezTo>
                    <a:cubicBezTo>
                      <a:pt x="0" y="55"/>
                      <a:pt x="0" y="55"/>
                      <a:pt x="0" y="55"/>
                    </a:cubicBezTo>
                    <a:cubicBezTo>
                      <a:pt x="0" y="24"/>
                      <a:pt x="25" y="0"/>
                      <a:pt x="55" y="0"/>
                    </a:cubicBezTo>
                    <a:cubicBezTo>
                      <a:pt x="824" y="0"/>
                      <a:pt x="824" y="0"/>
                      <a:pt x="824" y="0"/>
                    </a:cubicBezTo>
                    <a:cubicBezTo>
                      <a:pt x="854" y="0"/>
                      <a:pt x="879" y="24"/>
                      <a:pt x="879" y="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2080091" y="2234928"/>
                <a:ext cx="341100" cy="864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2207483" y="2234928"/>
                <a:ext cx="194894" cy="86283"/>
              </a:xfrm>
              <a:custGeom>
                <a:rect b="b" l="l" r="r" t="t"/>
                <a:pathLst>
                  <a:path extrusionOk="0" h="170" w="384">
                    <a:moveTo>
                      <a:pt x="384" y="0"/>
                    </a:moveTo>
                    <a:lnTo>
                      <a:pt x="270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384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2089734" y="2234928"/>
                <a:ext cx="125869" cy="86283"/>
              </a:xfrm>
              <a:custGeom>
                <a:rect b="b" l="l" r="r" t="t"/>
                <a:pathLst>
                  <a:path extrusionOk="0" h="170" w="248">
                    <a:moveTo>
                      <a:pt x="248" y="0"/>
                    </a:moveTo>
                    <a:lnTo>
                      <a:pt x="135" y="170"/>
                    </a:lnTo>
                    <a:lnTo>
                      <a:pt x="0" y="170"/>
                    </a:lnTo>
                    <a:lnTo>
                      <a:pt x="113" y="0"/>
                    </a:ln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2080091" y="242069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2169925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28"/>
              <p:cNvSpPr/>
              <p:nvPr/>
            </p:nvSpPr>
            <p:spPr>
              <a:xfrm>
                <a:off x="2259252" y="242069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28"/>
              <p:cNvSpPr/>
              <p:nvPr/>
            </p:nvSpPr>
            <p:spPr>
              <a:xfrm>
                <a:off x="2349086" y="242069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3" name="Google Shape;853;p28"/>
              <p:cNvSpPr/>
              <p:nvPr/>
            </p:nvSpPr>
            <p:spPr>
              <a:xfrm>
                <a:off x="2080091" y="2486165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28"/>
              <p:cNvSpPr/>
              <p:nvPr/>
            </p:nvSpPr>
            <p:spPr>
              <a:xfrm>
                <a:off x="2169925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5" name="Google Shape;855;p28"/>
              <p:cNvSpPr/>
              <p:nvPr/>
            </p:nvSpPr>
            <p:spPr>
              <a:xfrm>
                <a:off x="2259252" y="2486165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6" name="Google Shape;856;p28"/>
              <p:cNvSpPr/>
              <p:nvPr/>
            </p:nvSpPr>
            <p:spPr>
              <a:xfrm>
                <a:off x="2349086" y="2486165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7" name="Google Shape;857;p28"/>
              <p:cNvSpPr/>
              <p:nvPr/>
            </p:nvSpPr>
            <p:spPr>
              <a:xfrm>
                <a:off x="2080091" y="2551131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8" name="Google Shape;858;p28"/>
              <p:cNvSpPr/>
              <p:nvPr/>
            </p:nvSpPr>
            <p:spPr>
              <a:xfrm>
                <a:off x="2169925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9" name="Google Shape;859;p28"/>
              <p:cNvSpPr/>
              <p:nvPr/>
            </p:nvSpPr>
            <p:spPr>
              <a:xfrm>
                <a:off x="2259252" y="2551131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28"/>
              <p:cNvSpPr/>
              <p:nvPr/>
            </p:nvSpPr>
            <p:spPr>
              <a:xfrm>
                <a:off x="2349086" y="2551131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28"/>
              <p:cNvSpPr/>
              <p:nvPr/>
            </p:nvSpPr>
            <p:spPr>
              <a:xfrm>
                <a:off x="2080091" y="2616098"/>
                <a:ext cx="72070" cy="49740"/>
              </a:xfrm>
              <a:custGeom>
                <a:rect b="b" l="l" r="r" t="t"/>
                <a:pathLst>
                  <a:path extrusionOk="0" h="107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4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5" y="96"/>
                      <a:pt x="155" y="82"/>
                    </a:cubicBezTo>
                    <a:cubicBezTo>
                      <a:pt x="155" y="26"/>
                      <a:pt x="155" y="26"/>
                      <a:pt x="155" y="26"/>
                    </a:cubicBezTo>
                    <a:cubicBezTo>
                      <a:pt x="155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28"/>
              <p:cNvSpPr/>
              <p:nvPr/>
            </p:nvSpPr>
            <p:spPr>
              <a:xfrm>
                <a:off x="2169925" y="2616098"/>
                <a:ext cx="72070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28"/>
              <p:cNvSpPr/>
              <p:nvPr/>
            </p:nvSpPr>
            <p:spPr>
              <a:xfrm>
                <a:off x="2259252" y="2616098"/>
                <a:ext cx="72578" cy="49740"/>
              </a:xfrm>
              <a:custGeom>
                <a:rect b="b" l="l" r="r" t="t"/>
                <a:pathLst>
                  <a:path extrusionOk="0" h="107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96"/>
                      <a:pt x="11" y="107"/>
                      <a:pt x="25" y="107"/>
                    </a:cubicBezTo>
                    <a:cubicBezTo>
                      <a:pt x="131" y="107"/>
                      <a:pt x="131" y="107"/>
                      <a:pt x="131" y="107"/>
                    </a:cubicBezTo>
                    <a:cubicBezTo>
                      <a:pt x="145" y="107"/>
                      <a:pt x="156" y="96"/>
                      <a:pt x="156" y="82"/>
                    </a:cubicBezTo>
                    <a:cubicBezTo>
                      <a:pt x="156" y="26"/>
                      <a:pt x="156" y="26"/>
                      <a:pt x="156" y="26"/>
                    </a:cubicBezTo>
                    <a:cubicBezTo>
                      <a:pt x="156" y="12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28"/>
              <p:cNvSpPr/>
              <p:nvPr/>
            </p:nvSpPr>
            <p:spPr>
              <a:xfrm>
                <a:off x="2080091" y="2681572"/>
                <a:ext cx="72070" cy="49232"/>
              </a:xfrm>
              <a:custGeom>
                <a:rect b="b" l="l" r="r" t="t"/>
                <a:pathLst>
                  <a:path extrusionOk="0" h="106" w="155">
                    <a:moveTo>
                      <a:pt x="131" y="0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4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5" y="95"/>
                      <a:pt x="155" y="81"/>
                    </a:cubicBezTo>
                    <a:cubicBezTo>
                      <a:pt x="155" y="25"/>
                      <a:pt x="155" y="25"/>
                      <a:pt x="155" y="25"/>
                    </a:cubicBezTo>
                    <a:cubicBezTo>
                      <a:pt x="155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5" name="Google Shape;865;p28"/>
              <p:cNvSpPr/>
              <p:nvPr/>
            </p:nvSpPr>
            <p:spPr>
              <a:xfrm>
                <a:off x="2169925" y="2681572"/>
                <a:ext cx="72070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28"/>
              <p:cNvSpPr/>
              <p:nvPr/>
            </p:nvSpPr>
            <p:spPr>
              <a:xfrm>
                <a:off x="2259252" y="2681572"/>
                <a:ext cx="72578" cy="49232"/>
              </a:xfrm>
              <a:custGeom>
                <a:rect b="b" l="l" r="r" t="t"/>
                <a:pathLst>
                  <a:path extrusionOk="0" h="106" w="156">
                    <a:moveTo>
                      <a:pt x="131" y="0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1"/>
                      <a:pt x="0" y="25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5"/>
                      <a:pt x="11" y="106"/>
                      <a:pt x="25" y="106"/>
                    </a:cubicBezTo>
                    <a:cubicBezTo>
                      <a:pt x="131" y="106"/>
                      <a:pt x="131" y="106"/>
                      <a:pt x="131" y="106"/>
                    </a:cubicBezTo>
                    <a:cubicBezTo>
                      <a:pt x="145" y="106"/>
                      <a:pt x="156" y="95"/>
                      <a:pt x="156" y="81"/>
                    </a:cubicBezTo>
                    <a:cubicBezTo>
                      <a:pt x="156" y="25"/>
                      <a:pt x="156" y="25"/>
                      <a:pt x="156" y="25"/>
                    </a:cubicBezTo>
                    <a:cubicBezTo>
                      <a:pt x="156" y="11"/>
                      <a:pt x="145" y="0"/>
                      <a:pt x="13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28"/>
              <p:cNvSpPr/>
              <p:nvPr/>
            </p:nvSpPr>
            <p:spPr>
              <a:xfrm>
                <a:off x="2349086" y="2616098"/>
                <a:ext cx="72070" cy="114706"/>
              </a:xfrm>
              <a:custGeom>
                <a:rect b="b" l="l" r="r" t="t"/>
                <a:pathLst>
                  <a:path extrusionOk="0" h="247" w="156">
                    <a:moveTo>
                      <a:pt x="156" y="26"/>
                    </a:moveTo>
                    <a:cubicBezTo>
                      <a:pt x="156" y="12"/>
                      <a:pt x="145" y="0"/>
                      <a:pt x="131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1" y="0"/>
                      <a:pt x="0" y="12"/>
                      <a:pt x="0" y="26"/>
                    </a:cubicBezTo>
                    <a:cubicBezTo>
                      <a:pt x="0" y="82"/>
                      <a:pt x="0" y="82"/>
                      <a:pt x="0" y="82"/>
                    </a:cubicBezTo>
                    <a:cubicBezTo>
                      <a:pt x="0" y="83"/>
                      <a:pt x="1" y="84"/>
                      <a:pt x="1" y="84"/>
                    </a:cubicBezTo>
                    <a:cubicBezTo>
                      <a:pt x="1" y="86"/>
                      <a:pt x="0" y="87"/>
                      <a:pt x="0" y="88"/>
                    </a:cubicBezTo>
                    <a:cubicBezTo>
                      <a:pt x="0" y="164"/>
                      <a:pt x="0" y="164"/>
                      <a:pt x="0" y="164"/>
                    </a:cubicBezTo>
                    <a:cubicBezTo>
                      <a:pt x="0" y="165"/>
                      <a:pt x="0" y="165"/>
                      <a:pt x="0" y="165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222"/>
                      <a:pt x="0" y="222"/>
                      <a:pt x="0" y="222"/>
                    </a:cubicBezTo>
                    <a:cubicBezTo>
                      <a:pt x="0" y="236"/>
                      <a:pt x="11" y="247"/>
                      <a:pt x="25" y="247"/>
                    </a:cubicBezTo>
                    <a:cubicBezTo>
                      <a:pt x="131" y="247"/>
                      <a:pt x="131" y="247"/>
                      <a:pt x="131" y="247"/>
                    </a:cubicBezTo>
                    <a:cubicBezTo>
                      <a:pt x="145" y="247"/>
                      <a:pt x="156" y="236"/>
                      <a:pt x="156" y="222"/>
                    </a:cubicBezTo>
                    <a:cubicBezTo>
                      <a:pt x="156" y="166"/>
                      <a:pt x="156" y="166"/>
                      <a:pt x="156" y="166"/>
                    </a:cubicBezTo>
                    <a:cubicBezTo>
                      <a:pt x="156" y="165"/>
                      <a:pt x="156" y="165"/>
                      <a:pt x="156" y="165"/>
                    </a:cubicBezTo>
                    <a:cubicBezTo>
                      <a:pt x="156" y="164"/>
                      <a:pt x="156" y="164"/>
                      <a:pt x="156" y="164"/>
                    </a:cubicBezTo>
                    <a:cubicBezTo>
                      <a:pt x="156" y="88"/>
                      <a:pt x="156" y="88"/>
                      <a:pt x="156" y="88"/>
                    </a:cubicBezTo>
                    <a:cubicBezTo>
                      <a:pt x="156" y="87"/>
                      <a:pt x="156" y="86"/>
                      <a:pt x="156" y="84"/>
                    </a:cubicBezTo>
                    <a:cubicBezTo>
                      <a:pt x="156" y="84"/>
                      <a:pt x="156" y="83"/>
                      <a:pt x="156" y="82"/>
                    </a:cubicBezTo>
                    <a:lnTo>
                      <a:pt x="156" y="2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28"/>
              <p:cNvSpPr/>
              <p:nvPr/>
            </p:nvSpPr>
            <p:spPr>
              <a:xfrm>
                <a:off x="2080091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9" name="Google Shape;869;p28"/>
              <p:cNvSpPr/>
              <p:nvPr/>
            </p:nvSpPr>
            <p:spPr>
              <a:xfrm>
                <a:off x="2355684" y="2368413"/>
                <a:ext cx="65473" cy="34513"/>
              </a:xfrm>
              <a:custGeom>
                <a:rect b="b" l="l" r="r" t="t"/>
                <a:pathLst>
                  <a:path extrusionOk="0" h="74" w="141">
                    <a:moveTo>
                      <a:pt x="125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125" y="74"/>
                      <a:pt x="125" y="74"/>
                      <a:pt x="125" y="74"/>
                    </a:cubicBezTo>
                    <a:cubicBezTo>
                      <a:pt x="134" y="74"/>
                      <a:pt x="141" y="67"/>
                      <a:pt x="141" y="59"/>
                    </a:cubicBezTo>
                    <a:cubicBezTo>
                      <a:pt x="141" y="16"/>
                      <a:pt x="141" y="16"/>
                      <a:pt x="141" y="16"/>
                    </a:cubicBezTo>
                    <a:cubicBezTo>
                      <a:pt x="141" y="7"/>
                      <a:pt x="134" y="0"/>
                      <a:pt x="1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28"/>
              <p:cNvSpPr/>
              <p:nvPr/>
            </p:nvSpPr>
            <p:spPr>
              <a:xfrm>
                <a:off x="2163327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28"/>
              <p:cNvSpPr/>
              <p:nvPr/>
            </p:nvSpPr>
            <p:spPr>
              <a:xfrm>
                <a:off x="2226262" y="2368413"/>
                <a:ext cx="49231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28"/>
              <p:cNvSpPr/>
              <p:nvPr/>
            </p:nvSpPr>
            <p:spPr>
              <a:xfrm>
                <a:off x="2289704" y="2368413"/>
                <a:ext cx="48724" cy="34513"/>
              </a:xfrm>
              <a:custGeom>
                <a:rect b="b" l="l" r="r" t="t"/>
                <a:pathLst>
                  <a:path extrusionOk="0" h="74" w="106">
                    <a:moveTo>
                      <a:pt x="91" y="0"/>
                    </a:moveTo>
                    <a:cubicBezTo>
                      <a:pt x="16" y="0"/>
                      <a:pt x="16" y="0"/>
                      <a:pt x="16" y="0"/>
                    </a:cubicBezTo>
                    <a:cubicBezTo>
                      <a:pt x="7" y="0"/>
                      <a:pt x="0" y="7"/>
                      <a:pt x="0" y="16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67"/>
                      <a:pt x="7" y="74"/>
                      <a:pt x="16" y="74"/>
                    </a:cubicBezTo>
                    <a:cubicBezTo>
                      <a:pt x="91" y="74"/>
                      <a:pt x="91" y="74"/>
                      <a:pt x="91" y="74"/>
                    </a:cubicBezTo>
                    <a:cubicBezTo>
                      <a:pt x="99" y="74"/>
                      <a:pt x="106" y="67"/>
                      <a:pt x="106" y="59"/>
                    </a:cubicBezTo>
                    <a:cubicBezTo>
                      <a:pt x="106" y="16"/>
                      <a:pt x="106" y="16"/>
                      <a:pt x="106" y="16"/>
                    </a:cubicBezTo>
                    <a:cubicBezTo>
                      <a:pt x="106" y="7"/>
                      <a:pt x="99" y="0"/>
                      <a:pt x="9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28"/>
              <p:cNvSpPr/>
              <p:nvPr/>
            </p:nvSpPr>
            <p:spPr>
              <a:xfrm>
                <a:off x="2080091" y="2179097"/>
                <a:ext cx="121302" cy="26900"/>
              </a:xfrm>
              <a:custGeom>
                <a:rect b="b" l="l" r="r" t="t"/>
                <a:pathLst>
                  <a:path extrusionOk="0" h="58" w="261">
                    <a:moveTo>
                      <a:pt x="232" y="0"/>
                    </a:moveTo>
                    <a:cubicBezTo>
                      <a:pt x="29" y="0"/>
                      <a:pt x="29" y="0"/>
                      <a:pt x="29" y="0"/>
                    </a:cubicBez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cubicBezTo>
                      <a:pt x="232" y="58"/>
                      <a:pt x="232" y="58"/>
                      <a:pt x="232" y="58"/>
                    </a:cubicBezTo>
                    <a:cubicBezTo>
                      <a:pt x="248" y="58"/>
                      <a:pt x="261" y="45"/>
                      <a:pt x="261" y="29"/>
                    </a:cubicBezTo>
                    <a:cubicBezTo>
                      <a:pt x="261" y="13"/>
                      <a:pt x="248" y="0"/>
                      <a:pt x="23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4" name="Google Shape;874;p28"/>
            <p:cNvGrpSpPr/>
            <p:nvPr/>
          </p:nvGrpSpPr>
          <p:grpSpPr>
            <a:xfrm>
              <a:off x="7429496" y="661136"/>
              <a:ext cx="928597" cy="953998"/>
              <a:chOff x="777043" y="2258113"/>
              <a:chExt cx="819663" cy="842085"/>
            </a:xfrm>
          </p:grpSpPr>
          <p:sp>
            <p:nvSpPr>
              <p:cNvPr id="875" name="Google Shape;875;p28"/>
              <p:cNvSpPr/>
              <p:nvPr/>
            </p:nvSpPr>
            <p:spPr>
              <a:xfrm>
                <a:off x="1263102" y="2750450"/>
                <a:ext cx="79814" cy="83402"/>
              </a:xfrm>
              <a:custGeom>
                <a:rect b="b" l="l" r="r" t="t"/>
                <a:pathLst>
                  <a:path extrusionOk="0" h="93" w="89">
                    <a:moveTo>
                      <a:pt x="0" y="0"/>
                    </a:moveTo>
                    <a:lnTo>
                      <a:pt x="89" y="9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876" name="Google Shape;876;p28"/>
              <p:cNvCxnSpPr/>
              <p:nvPr/>
            </p:nvCxnSpPr>
            <p:spPr>
              <a:xfrm>
                <a:off x="1263102" y="2750450"/>
                <a:ext cx="79800" cy="831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877" name="Google Shape;877;p28"/>
              <p:cNvSpPr/>
              <p:nvPr/>
            </p:nvSpPr>
            <p:spPr>
              <a:xfrm>
                <a:off x="1247856" y="2735204"/>
                <a:ext cx="111202" cy="112996"/>
              </a:xfrm>
              <a:custGeom>
                <a:rect b="b" l="l" r="r" t="t"/>
                <a:pathLst>
                  <a:path extrusionOk="0" h="126" w="124">
                    <a:moveTo>
                      <a:pt x="89" y="126"/>
                    </a:moveTo>
                    <a:lnTo>
                      <a:pt x="124" y="93"/>
                    </a:lnTo>
                    <a:lnTo>
                      <a:pt x="36" y="0"/>
                    </a:lnTo>
                    <a:lnTo>
                      <a:pt x="0" y="33"/>
                    </a:lnTo>
                    <a:lnTo>
                      <a:pt x="89" y="12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28"/>
              <p:cNvSpPr/>
              <p:nvPr/>
            </p:nvSpPr>
            <p:spPr>
              <a:xfrm>
                <a:off x="1302560" y="2791702"/>
                <a:ext cx="294146" cy="308496"/>
              </a:xfrm>
              <a:custGeom>
                <a:rect b="b" l="l" r="r" t="t"/>
                <a:pathLst>
                  <a:path extrusionOk="0" h="376" w="359">
                    <a:moveTo>
                      <a:pt x="358" y="296"/>
                    </a:moveTo>
                    <a:cubicBezTo>
                      <a:pt x="359" y="306"/>
                      <a:pt x="355" y="316"/>
                      <a:pt x="347" y="323"/>
                    </a:cubicBezTo>
                    <a:cubicBezTo>
                      <a:pt x="321" y="348"/>
                      <a:pt x="321" y="348"/>
                      <a:pt x="321" y="348"/>
                    </a:cubicBezTo>
                    <a:cubicBezTo>
                      <a:pt x="307" y="361"/>
                      <a:pt x="307" y="361"/>
                      <a:pt x="307" y="361"/>
                    </a:cubicBezTo>
                    <a:cubicBezTo>
                      <a:pt x="292" y="376"/>
                      <a:pt x="268" y="375"/>
                      <a:pt x="254" y="359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39"/>
                      <a:pt x="0" y="39"/>
                      <a:pt x="0" y="39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13" y="26"/>
                      <a:pt x="13" y="26"/>
                      <a:pt x="13" y="26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93" y="3"/>
                      <a:pt x="93" y="3"/>
                      <a:pt x="93" y="3"/>
                    </a:cubicBezTo>
                    <a:cubicBezTo>
                      <a:pt x="347" y="269"/>
                      <a:pt x="347" y="269"/>
                      <a:pt x="347" y="269"/>
                    </a:cubicBezTo>
                    <a:cubicBezTo>
                      <a:pt x="355" y="277"/>
                      <a:pt x="358" y="287"/>
                      <a:pt x="358" y="296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9" name="Google Shape;879;p28"/>
              <p:cNvSpPr/>
              <p:nvPr/>
            </p:nvSpPr>
            <p:spPr>
              <a:xfrm>
                <a:off x="1302560" y="2867033"/>
                <a:ext cx="293250" cy="228681"/>
              </a:xfrm>
              <a:custGeom>
                <a:rect b="b" l="l" r="r" t="t"/>
                <a:pathLst>
                  <a:path extrusionOk="0" h="279" w="358">
                    <a:moveTo>
                      <a:pt x="0" y="0"/>
                    </a:moveTo>
                    <a:cubicBezTo>
                      <a:pt x="254" y="267"/>
                      <a:pt x="254" y="267"/>
                      <a:pt x="254" y="267"/>
                    </a:cubicBezTo>
                    <a:cubicBezTo>
                      <a:pt x="261" y="275"/>
                      <a:pt x="272" y="279"/>
                      <a:pt x="282" y="279"/>
                    </a:cubicBezTo>
                    <a:cubicBezTo>
                      <a:pt x="291" y="279"/>
                      <a:pt x="300" y="276"/>
                      <a:pt x="307" y="269"/>
                    </a:cubicBezTo>
                    <a:cubicBezTo>
                      <a:pt x="321" y="256"/>
                      <a:pt x="321" y="256"/>
                      <a:pt x="321" y="256"/>
                    </a:cubicBezTo>
                    <a:cubicBezTo>
                      <a:pt x="347" y="231"/>
                      <a:pt x="347" y="231"/>
                      <a:pt x="347" y="231"/>
                    </a:cubicBezTo>
                    <a:cubicBezTo>
                      <a:pt x="355" y="224"/>
                      <a:pt x="358" y="214"/>
                      <a:pt x="358" y="205"/>
                    </a:cubicBezTo>
                    <a:cubicBezTo>
                      <a:pt x="358" y="205"/>
                      <a:pt x="358" y="204"/>
                      <a:pt x="358" y="204"/>
                    </a:cubicBezTo>
                    <a:cubicBezTo>
                      <a:pt x="358" y="204"/>
                      <a:pt x="358" y="204"/>
                      <a:pt x="358" y="204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0" name="Google Shape;880;p28"/>
              <p:cNvSpPr/>
              <p:nvPr/>
            </p:nvSpPr>
            <p:spPr>
              <a:xfrm>
                <a:off x="845199" y="2327166"/>
                <a:ext cx="483367" cy="481576"/>
              </a:xfrm>
              <a:custGeom>
                <a:rect b="b" l="l" r="r" t="t"/>
                <a:pathLst>
                  <a:path extrusionOk="0" h="588" w="589">
                    <a:moveTo>
                      <a:pt x="295" y="0"/>
                    </a:moveTo>
                    <a:cubicBezTo>
                      <a:pt x="293" y="0"/>
                      <a:pt x="291" y="0"/>
                      <a:pt x="290" y="0"/>
                    </a:cubicBezTo>
                    <a:cubicBezTo>
                      <a:pt x="129" y="2"/>
                      <a:pt x="0" y="133"/>
                      <a:pt x="0" y="294"/>
                    </a:cubicBezTo>
                    <a:cubicBezTo>
                      <a:pt x="0" y="334"/>
                      <a:pt x="8" y="373"/>
                      <a:pt x="23" y="408"/>
                    </a:cubicBezTo>
                    <a:cubicBezTo>
                      <a:pt x="37" y="441"/>
                      <a:pt x="56" y="471"/>
                      <a:pt x="81" y="496"/>
                    </a:cubicBezTo>
                    <a:cubicBezTo>
                      <a:pt x="97" y="513"/>
                      <a:pt x="115" y="528"/>
                      <a:pt x="134" y="541"/>
                    </a:cubicBezTo>
                    <a:cubicBezTo>
                      <a:pt x="180" y="571"/>
                      <a:pt x="235" y="588"/>
                      <a:pt x="295" y="588"/>
                    </a:cubicBezTo>
                    <a:cubicBezTo>
                      <a:pt x="309" y="588"/>
                      <a:pt x="323" y="587"/>
                      <a:pt x="337" y="585"/>
                    </a:cubicBezTo>
                    <a:cubicBezTo>
                      <a:pt x="479" y="565"/>
                      <a:pt x="589" y="442"/>
                      <a:pt x="589" y="294"/>
                    </a:cubicBezTo>
                    <a:cubicBezTo>
                      <a:pt x="589" y="267"/>
                      <a:pt x="585" y="241"/>
                      <a:pt x="578" y="216"/>
                    </a:cubicBezTo>
                    <a:cubicBezTo>
                      <a:pt x="559" y="146"/>
                      <a:pt x="515" y="87"/>
                      <a:pt x="457" y="48"/>
                    </a:cubicBezTo>
                    <a:cubicBezTo>
                      <a:pt x="437" y="35"/>
                      <a:pt x="416" y="25"/>
                      <a:pt x="394" y="17"/>
                    </a:cubicBezTo>
                    <a:cubicBezTo>
                      <a:pt x="363" y="6"/>
                      <a:pt x="330" y="0"/>
                      <a:pt x="295" y="0"/>
                    </a:cubicBezTo>
                  </a:path>
                </a:pathLst>
              </a:custGeom>
              <a:solidFill>
                <a:srgbClr val="FDFDFD">
                  <a:alpha val="30379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1" name="Google Shape;881;p28"/>
              <p:cNvSpPr/>
              <p:nvPr/>
            </p:nvSpPr>
            <p:spPr>
              <a:xfrm>
                <a:off x="955503" y="2366625"/>
                <a:ext cx="364096" cy="442117"/>
              </a:xfrm>
              <a:custGeom>
                <a:rect b="b" l="l" r="r" t="t"/>
                <a:pathLst>
                  <a:path extrusionOk="0" h="540" w="444">
                    <a:moveTo>
                      <a:pt x="444" y="168"/>
                    </a:moveTo>
                    <a:cubicBezTo>
                      <a:pt x="203" y="537"/>
                      <a:pt x="203" y="537"/>
                      <a:pt x="203" y="537"/>
                    </a:cubicBezTo>
                    <a:cubicBezTo>
                      <a:pt x="189" y="539"/>
                      <a:pt x="175" y="540"/>
                      <a:pt x="161" y="540"/>
                    </a:cubicBezTo>
                    <a:cubicBezTo>
                      <a:pt x="101" y="540"/>
                      <a:pt x="46" y="523"/>
                      <a:pt x="0" y="493"/>
                    </a:cubicBezTo>
                    <a:cubicBezTo>
                      <a:pt x="323" y="0"/>
                      <a:pt x="323" y="0"/>
                      <a:pt x="323" y="0"/>
                    </a:cubicBezTo>
                    <a:cubicBezTo>
                      <a:pt x="381" y="39"/>
                      <a:pt x="425" y="98"/>
                      <a:pt x="444" y="168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2" name="Google Shape;882;p28"/>
              <p:cNvSpPr/>
              <p:nvPr/>
            </p:nvSpPr>
            <p:spPr>
              <a:xfrm>
                <a:off x="864031" y="2327166"/>
                <a:ext cx="304011" cy="406246"/>
              </a:xfrm>
              <a:custGeom>
                <a:rect b="b" l="l" r="r" t="t"/>
                <a:pathLst>
                  <a:path extrusionOk="0" h="496" w="371">
                    <a:moveTo>
                      <a:pt x="371" y="17"/>
                    </a:moveTo>
                    <a:cubicBezTo>
                      <a:pt x="58" y="496"/>
                      <a:pt x="58" y="496"/>
                      <a:pt x="58" y="496"/>
                    </a:cubicBezTo>
                    <a:cubicBezTo>
                      <a:pt x="33" y="471"/>
                      <a:pt x="14" y="441"/>
                      <a:pt x="0" y="408"/>
                    </a:cubicBezTo>
                    <a:cubicBezTo>
                      <a:pt x="267" y="0"/>
                      <a:pt x="267" y="0"/>
                      <a:pt x="267" y="0"/>
                    </a:cubicBezTo>
                    <a:cubicBezTo>
                      <a:pt x="268" y="0"/>
                      <a:pt x="270" y="0"/>
                      <a:pt x="272" y="0"/>
                    </a:cubicBezTo>
                    <a:cubicBezTo>
                      <a:pt x="307" y="0"/>
                      <a:pt x="340" y="6"/>
                      <a:pt x="371" y="1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28"/>
              <p:cNvSpPr/>
              <p:nvPr/>
            </p:nvSpPr>
            <p:spPr>
              <a:xfrm>
                <a:off x="777043" y="2258113"/>
                <a:ext cx="618783" cy="618783"/>
              </a:xfrm>
              <a:custGeom>
                <a:rect b="b" l="l" r="r" t="t"/>
                <a:pathLst>
                  <a:path extrusionOk="0" h="755" w="755">
                    <a:moveTo>
                      <a:pt x="246" y="683"/>
                    </a:moveTo>
                    <a:cubicBezTo>
                      <a:pt x="414" y="755"/>
                      <a:pt x="609" y="678"/>
                      <a:pt x="682" y="510"/>
                    </a:cubicBezTo>
                    <a:cubicBezTo>
                      <a:pt x="755" y="342"/>
                      <a:pt x="678" y="146"/>
                      <a:pt x="509" y="73"/>
                    </a:cubicBezTo>
                    <a:cubicBezTo>
                      <a:pt x="341" y="0"/>
                      <a:pt x="146" y="78"/>
                      <a:pt x="73" y="246"/>
                    </a:cubicBezTo>
                    <a:cubicBezTo>
                      <a:pt x="0" y="414"/>
                      <a:pt x="77" y="610"/>
                      <a:pt x="246" y="683"/>
                    </a:cubicBezTo>
                    <a:close/>
                    <a:moveTo>
                      <a:pt x="626" y="485"/>
                    </a:moveTo>
                    <a:cubicBezTo>
                      <a:pt x="566" y="622"/>
                      <a:pt x="407" y="685"/>
                      <a:pt x="270" y="626"/>
                    </a:cubicBezTo>
                    <a:cubicBezTo>
                      <a:pt x="133" y="567"/>
                      <a:pt x="70" y="407"/>
                      <a:pt x="129" y="271"/>
                    </a:cubicBezTo>
                    <a:cubicBezTo>
                      <a:pt x="189" y="134"/>
                      <a:pt x="348" y="71"/>
                      <a:pt x="485" y="130"/>
                    </a:cubicBezTo>
                    <a:cubicBezTo>
                      <a:pt x="622" y="189"/>
                      <a:pt x="685" y="349"/>
                      <a:pt x="626" y="48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4" name="Google Shape;884;p28"/>
            <p:cNvSpPr/>
            <p:nvPr/>
          </p:nvSpPr>
          <p:spPr>
            <a:xfrm>
              <a:off x="6775158" y="290718"/>
              <a:ext cx="301600" cy="49757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8466784" y="1008263"/>
              <a:ext cx="157450" cy="25972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86" name="Google Shape;886;p28"/>
            <p:cNvGrpSpPr/>
            <p:nvPr/>
          </p:nvGrpSpPr>
          <p:grpSpPr>
            <a:xfrm>
              <a:off x="5755594" y="2823602"/>
              <a:ext cx="415198" cy="415198"/>
              <a:chOff x="1404969" y="1106377"/>
              <a:chExt cx="415198" cy="415198"/>
            </a:xfrm>
          </p:grpSpPr>
          <p:sp>
            <p:nvSpPr>
              <p:cNvPr id="887" name="Google Shape;887;p28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8" name="Google Shape;888;p28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9" name="Google Shape;889;p28"/>
            <p:cNvGrpSpPr/>
            <p:nvPr/>
          </p:nvGrpSpPr>
          <p:grpSpPr>
            <a:xfrm>
              <a:off x="6293473" y="2569111"/>
              <a:ext cx="653332" cy="924225"/>
              <a:chOff x="6000261" y="1225220"/>
              <a:chExt cx="627600" cy="887824"/>
            </a:xfrm>
          </p:grpSpPr>
          <p:sp>
            <p:nvSpPr>
              <p:cNvPr id="890" name="Google Shape;890;p28"/>
              <p:cNvSpPr/>
              <p:nvPr/>
            </p:nvSpPr>
            <p:spPr>
              <a:xfrm>
                <a:off x="6000261" y="1293145"/>
                <a:ext cx="627600" cy="8199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28"/>
              <p:cNvSpPr/>
              <p:nvPr/>
            </p:nvSpPr>
            <p:spPr>
              <a:xfrm>
                <a:off x="6000261" y="1225220"/>
                <a:ext cx="627579" cy="67924"/>
              </a:xfrm>
              <a:custGeom>
                <a:rect b="b" l="l" r="r" t="t"/>
                <a:pathLst>
                  <a:path extrusionOk="0" h="78" w="718">
                    <a:moveTo>
                      <a:pt x="681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16" y="0"/>
                      <a:pt x="0" y="16"/>
                      <a:pt x="0" y="37"/>
                    </a:cubicBezTo>
                    <a:cubicBezTo>
                      <a:pt x="0" y="78"/>
                      <a:pt x="0" y="78"/>
                      <a:pt x="0" y="78"/>
                    </a:cubicBezTo>
                    <a:cubicBezTo>
                      <a:pt x="718" y="78"/>
                      <a:pt x="718" y="78"/>
                      <a:pt x="718" y="78"/>
                    </a:cubicBezTo>
                    <a:cubicBezTo>
                      <a:pt x="718" y="37"/>
                      <a:pt x="718" y="37"/>
                      <a:pt x="718" y="37"/>
                    </a:cubicBezTo>
                    <a:cubicBezTo>
                      <a:pt x="718" y="16"/>
                      <a:pt x="701" y="0"/>
                      <a:pt x="681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2" name="Google Shape;892;p28"/>
              <p:cNvSpPr/>
              <p:nvPr/>
            </p:nvSpPr>
            <p:spPr>
              <a:xfrm>
                <a:off x="6029918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3" name="Google Shape;893;p28"/>
              <p:cNvSpPr/>
              <p:nvPr/>
            </p:nvSpPr>
            <p:spPr>
              <a:xfrm>
                <a:off x="6077752" y="1243398"/>
                <a:ext cx="315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6126543" y="1243398"/>
                <a:ext cx="30600" cy="30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6100712" y="1671989"/>
                <a:ext cx="97500" cy="142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6" name="Google Shape;896;p28"/>
              <p:cNvSpPr/>
              <p:nvPr/>
            </p:nvSpPr>
            <p:spPr>
              <a:xfrm>
                <a:off x="6248997" y="1573451"/>
                <a:ext cx="98400" cy="241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7" name="Google Shape;897;p28"/>
              <p:cNvSpPr/>
              <p:nvPr/>
            </p:nvSpPr>
            <p:spPr>
              <a:xfrm>
                <a:off x="6397281" y="1484480"/>
                <a:ext cx="97500" cy="33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28"/>
              <p:cNvSpPr/>
              <p:nvPr/>
            </p:nvSpPr>
            <p:spPr>
              <a:xfrm>
                <a:off x="6135152" y="1338108"/>
                <a:ext cx="308049" cy="309007"/>
              </a:xfrm>
              <a:custGeom>
                <a:rect b="b" l="l" r="r" t="t"/>
                <a:pathLst>
                  <a:path extrusionOk="0" h="353" w="352">
                    <a:moveTo>
                      <a:pt x="351" y="56"/>
                    </a:moveTo>
                    <a:cubicBezTo>
                      <a:pt x="350" y="51"/>
                      <a:pt x="347" y="47"/>
                      <a:pt x="343" y="45"/>
                    </a:cubicBezTo>
                    <a:cubicBezTo>
                      <a:pt x="262" y="4"/>
                      <a:pt x="262" y="4"/>
                      <a:pt x="262" y="4"/>
                    </a:cubicBezTo>
                    <a:cubicBezTo>
                      <a:pt x="255" y="0"/>
                      <a:pt x="246" y="3"/>
                      <a:pt x="242" y="11"/>
                    </a:cubicBezTo>
                    <a:cubicBezTo>
                      <a:pt x="238" y="18"/>
                      <a:pt x="241" y="27"/>
                      <a:pt x="249" y="31"/>
                    </a:cubicBezTo>
                    <a:cubicBezTo>
                      <a:pt x="290" y="52"/>
                      <a:pt x="290" y="52"/>
                      <a:pt x="290" y="52"/>
                    </a:cubicBezTo>
                    <a:cubicBezTo>
                      <a:pt x="43" y="111"/>
                      <a:pt x="2" y="333"/>
                      <a:pt x="2" y="335"/>
                    </a:cubicBezTo>
                    <a:cubicBezTo>
                      <a:pt x="0" y="343"/>
                      <a:pt x="6" y="351"/>
                      <a:pt x="14" y="352"/>
                    </a:cubicBezTo>
                    <a:cubicBezTo>
                      <a:pt x="15" y="353"/>
                      <a:pt x="15" y="353"/>
                      <a:pt x="16" y="353"/>
                    </a:cubicBezTo>
                    <a:cubicBezTo>
                      <a:pt x="23" y="353"/>
                      <a:pt x="30" y="348"/>
                      <a:pt x="31" y="340"/>
                    </a:cubicBezTo>
                    <a:cubicBezTo>
                      <a:pt x="31" y="338"/>
                      <a:pt x="69" y="134"/>
                      <a:pt x="300" y="80"/>
                    </a:cubicBezTo>
                    <a:cubicBezTo>
                      <a:pt x="268" y="120"/>
                      <a:pt x="268" y="120"/>
                      <a:pt x="268" y="120"/>
                    </a:cubicBezTo>
                    <a:cubicBezTo>
                      <a:pt x="263" y="126"/>
                      <a:pt x="264" y="135"/>
                      <a:pt x="270" y="141"/>
                    </a:cubicBezTo>
                    <a:cubicBezTo>
                      <a:pt x="273" y="143"/>
                      <a:pt x="276" y="144"/>
                      <a:pt x="280" y="144"/>
                    </a:cubicBezTo>
                    <a:cubicBezTo>
                      <a:pt x="284" y="144"/>
                      <a:pt x="288" y="142"/>
                      <a:pt x="291" y="138"/>
                    </a:cubicBezTo>
                    <a:cubicBezTo>
                      <a:pt x="348" y="68"/>
                      <a:pt x="348" y="68"/>
                      <a:pt x="348" y="68"/>
                    </a:cubicBezTo>
                    <a:cubicBezTo>
                      <a:pt x="351" y="65"/>
                      <a:pt x="352" y="60"/>
                      <a:pt x="351" y="5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9" name="Google Shape;899;p28"/>
              <p:cNvSpPr/>
              <p:nvPr/>
            </p:nvSpPr>
            <p:spPr>
              <a:xfrm>
                <a:off x="6072012" y="1876717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0" name="Google Shape;900;p28"/>
              <p:cNvSpPr/>
              <p:nvPr/>
            </p:nvSpPr>
            <p:spPr>
              <a:xfrm>
                <a:off x="6072012" y="1929334"/>
                <a:ext cx="4830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1" name="Google Shape;901;p28"/>
              <p:cNvSpPr/>
              <p:nvPr/>
            </p:nvSpPr>
            <p:spPr>
              <a:xfrm>
                <a:off x="6124629" y="1981952"/>
                <a:ext cx="3777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2" name="Google Shape;902;p28"/>
              <p:cNvSpPr/>
              <p:nvPr/>
            </p:nvSpPr>
            <p:spPr>
              <a:xfrm>
                <a:off x="6192553" y="2034569"/>
                <a:ext cx="242100" cy="20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03" name="Google Shape;903;p28"/>
          <p:cNvSpPr txBox="1"/>
          <p:nvPr>
            <p:ph idx="4294967295" type="title"/>
          </p:nvPr>
        </p:nvSpPr>
        <p:spPr>
          <a:xfrm>
            <a:off x="713225" y="1071275"/>
            <a:ext cx="996900" cy="7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1"/>
                </a:solidFill>
              </a:rPr>
              <a:t>01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</a:t>
            </a:r>
            <a:endParaRPr/>
          </a:p>
        </p:txBody>
      </p:sp>
      <p:sp>
        <p:nvSpPr>
          <p:cNvPr id="909" name="Google Shape;909;p29"/>
          <p:cNvSpPr txBox="1"/>
          <p:nvPr>
            <p:ph idx="4" type="subTitle"/>
          </p:nvPr>
        </p:nvSpPr>
        <p:spPr>
          <a:xfrm>
            <a:off x="882150" y="1384625"/>
            <a:ext cx="66813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Что такое финансовая модель?</a:t>
            </a:r>
            <a:endParaRPr sz="3800"/>
          </a:p>
        </p:txBody>
      </p:sp>
      <p:grpSp>
        <p:nvGrpSpPr>
          <p:cNvPr id="910" name="Google Shape;910;p29"/>
          <p:cNvGrpSpPr/>
          <p:nvPr/>
        </p:nvGrpSpPr>
        <p:grpSpPr>
          <a:xfrm>
            <a:off x="3315287" y="2844136"/>
            <a:ext cx="1815021" cy="2100043"/>
            <a:chOff x="713221" y="502143"/>
            <a:chExt cx="2987197" cy="3456293"/>
          </a:xfrm>
        </p:grpSpPr>
        <p:grpSp>
          <p:nvGrpSpPr>
            <p:cNvPr id="911" name="Google Shape;911;p29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912" name="Google Shape;912;p29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3" name="Google Shape;913;p29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29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29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29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7" name="Google Shape;917;p29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8" name="Google Shape;918;p29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9" name="Google Shape;919;p29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0" name="Google Shape;920;p29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1" name="Google Shape;921;p29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2" name="Google Shape;922;p29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3" name="Google Shape;923;p29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4" name="Google Shape;924;p29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5" name="Google Shape;925;p29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6" name="Google Shape;926;p29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29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29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29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29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1" name="Google Shape;931;p29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932" name="Google Shape;932;p29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29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34" name="Google Shape;934;p29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7" name="Google Shape;937;p29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938" name="Google Shape;938;p29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29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29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29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29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29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4" name="Google Shape;944;p29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29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29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29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29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9" name="Google Shape;949;p29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29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1" name="Google Shape;951;p29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952" name="Google Shape;952;p29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953" name="Google Shape;953;p29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29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29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29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7" name="Google Shape;957;p29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8" name="Google Shape;958;p29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9" name="Google Shape;959;p29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0" name="Google Shape;960;p29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1" name="Google Shape;961;p29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2" name="Google Shape;962;p29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3" name="Google Shape;963;p29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4" name="Google Shape;964;p29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5" name="Google Shape;965;p29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6" name="Google Shape;966;p29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7" name="Google Shape;967;p29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8" name="Google Shape;968;p29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29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29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29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29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29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29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29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29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29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29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29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29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29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29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29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29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29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29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29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88" name="Google Shape;988;p29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989" name="Google Shape;989;p29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29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29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29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29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29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29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29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29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29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29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29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29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29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29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30"/>
          <p:cNvSpPr/>
          <p:nvPr/>
        </p:nvSpPr>
        <p:spPr>
          <a:xfrm>
            <a:off x="-1280160" y="-1005840"/>
            <a:ext cx="3474600" cy="3200400"/>
          </a:xfrm>
          <a:prstGeom prst="ellipse">
            <a:avLst/>
          </a:prstGeom>
          <a:solidFill>
            <a:srgbClr val="CBDDF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30"/>
          <p:cNvSpPr/>
          <p:nvPr/>
        </p:nvSpPr>
        <p:spPr>
          <a:xfrm>
            <a:off x="7132320" y="3200400"/>
            <a:ext cx="2926200" cy="2926200"/>
          </a:xfrm>
          <a:prstGeom prst="ellipse">
            <a:avLst/>
          </a:prstGeom>
          <a:solidFill>
            <a:srgbClr val="FFD6C4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30"/>
          <p:cNvSpPr/>
          <p:nvPr/>
        </p:nvSpPr>
        <p:spPr>
          <a:xfrm>
            <a:off x="274320" y="164592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4C6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0"/>
          <p:cNvSpPr/>
          <p:nvPr/>
        </p:nvSpPr>
        <p:spPr>
          <a:xfrm>
            <a:off x="384048" y="274320"/>
            <a:ext cx="128100" cy="128100"/>
          </a:xfrm>
          <a:prstGeom prst="ellipse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30"/>
          <p:cNvSpPr/>
          <p:nvPr/>
        </p:nvSpPr>
        <p:spPr>
          <a:xfrm>
            <a:off x="658368" y="384048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4" name="Google Shape;1014;p30"/>
          <p:cNvSpPr/>
          <p:nvPr/>
        </p:nvSpPr>
        <p:spPr>
          <a:xfrm>
            <a:off x="768096" y="493776"/>
            <a:ext cx="128100" cy="12810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0"/>
          <p:cNvSpPr/>
          <p:nvPr/>
        </p:nvSpPr>
        <p:spPr>
          <a:xfrm>
            <a:off x="457200" y="566928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200"/>
              <a:buFont typeface="Baloo 2 ExtraBold"/>
              <a:buNone/>
            </a:pPr>
            <a:r>
              <a:rPr b="0" i="0" lang="en" sz="32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Финансовая модель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30"/>
          <p:cNvSpPr/>
          <p:nvPr/>
        </p:nvSpPr>
        <p:spPr>
          <a:xfrm>
            <a:off x="457200" y="1481328"/>
            <a:ext cx="8321100" cy="1206900"/>
          </a:xfrm>
          <a:prstGeom prst="rect">
            <a:avLst/>
          </a:prstGeom>
          <a:solidFill>
            <a:srgbClr val="EEEDFE"/>
          </a:solidFill>
          <a:ln cap="flat" cmpd="sng" w="15225">
            <a:solidFill>
              <a:srgbClr val="553C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30"/>
          <p:cNvSpPr/>
          <p:nvPr/>
        </p:nvSpPr>
        <p:spPr>
          <a:xfrm>
            <a:off x="457200" y="1481328"/>
            <a:ext cx="73200" cy="12069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0"/>
          <p:cNvSpPr/>
          <p:nvPr/>
        </p:nvSpPr>
        <p:spPr>
          <a:xfrm>
            <a:off x="658368" y="1536192"/>
            <a:ext cx="8001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500"/>
              <a:buFont typeface="DM Sans"/>
              <a:buNone/>
            </a:pPr>
            <a:r>
              <a:rPr b="0" i="0" lang="en" sz="15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Финансовая модель — это таблица с ключевыми показателями бизнеса, которая описывает, как компания планирует зарабатывать.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30"/>
          <p:cNvSpPr/>
          <p:nvPr/>
        </p:nvSpPr>
        <p:spPr>
          <a:xfrm>
            <a:off x="457200" y="2852928"/>
            <a:ext cx="2651700" cy="1719000"/>
          </a:xfrm>
          <a:prstGeom prst="rect">
            <a:avLst/>
          </a:prstGeom>
          <a:solidFill>
            <a:srgbClr val="E8EEF8"/>
          </a:solidFill>
          <a:ln cap="flat" cmpd="sng" w="10150">
            <a:solidFill>
              <a:srgbClr val="4C6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30"/>
          <p:cNvSpPr/>
          <p:nvPr/>
        </p:nvSpPr>
        <p:spPr>
          <a:xfrm>
            <a:off x="457200" y="2852928"/>
            <a:ext cx="2651700" cy="73200"/>
          </a:xfrm>
          <a:prstGeom prst="rect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30"/>
          <p:cNvSpPr/>
          <p:nvPr/>
        </p:nvSpPr>
        <p:spPr>
          <a:xfrm>
            <a:off x="585216" y="2926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9B2"/>
              </a:buClr>
              <a:buSzPts val="2200"/>
              <a:buFont typeface="Baloo 2 ExtraBold"/>
              <a:buNone/>
            </a:pPr>
            <a:r>
              <a:rPr b="0" i="0" lang="en" sz="2200" u="none" cap="none" strike="noStrike">
                <a:solidFill>
                  <a:srgbClr val="4C69B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30"/>
          <p:cNvSpPr/>
          <p:nvPr/>
        </p:nvSpPr>
        <p:spPr>
          <a:xfrm>
            <a:off x="585216" y="3419856"/>
            <a:ext cx="239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Смотрит вперёд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30"/>
          <p:cNvSpPr/>
          <p:nvPr/>
        </p:nvSpPr>
        <p:spPr>
          <a:xfrm>
            <a:off x="585216" y="3858768"/>
            <a:ext cx="2395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Не отчёт о прошлом, а прогноз на 12–36 месяцев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30"/>
          <p:cNvSpPr/>
          <p:nvPr/>
        </p:nvSpPr>
        <p:spPr>
          <a:xfrm>
            <a:off x="3264408" y="2852928"/>
            <a:ext cx="2651700" cy="1719000"/>
          </a:xfrm>
          <a:prstGeom prst="rect">
            <a:avLst/>
          </a:prstGeom>
          <a:solidFill>
            <a:srgbClr val="FEF9EC"/>
          </a:solidFill>
          <a:ln cap="flat" cmpd="sng" w="101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5" name="Google Shape;1025;p30"/>
          <p:cNvSpPr/>
          <p:nvPr/>
        </p:nvSpPr>
        <p:spPr>
          <a:xfrm>
            <a:off x="3264408" y="2852928"/>
            <a:ext cx="2651700" cy="73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6" name="Google Shape;1026;p30"/>
          <p:cNvSpPr/>
          <p:nvPr/>
        </p:nvSpPr>
        <p:spPr>
          <a:xfrm>
            <a:off x="3392424" y="2926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2200"/>
              <a:buFont typeface="Baloo 2 ExtraBold"/>
              <a:buNone/>
            </a:pPr>
            <a:r>
              <a:rPr b="0" i="0" lang="en" sz="2200" u="none" cap="none" strike="noStrike">
                <a:solidFill>
                  <a:srgbClr val="F5A623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30"/>
          <p:cNvSpPr/>
          <p:nvPr/>
        </p:nvSpPr>
        <p:spPr>
          <a:xfrm>
            <a:off x="3392424" y="3419856"/>
            <a:ext cx="239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Режим «что если»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30"/>
          <p:cNvSpPr/>
          <p:nvPr/>
        </p:nvSpPr>
        <p:spPr>
          <a:xfrm>
            <a:off x="3392424" y="3858768"/>
            <a:ext cx="2395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Меняете допущение — вся модель пересчитывается автоматически</a:t>
            </a:r>
            <a:endParaRPr b="0" i="0" sz="1100" u="none" cap="none" strike="noStrike">
              <a:solidFill>
                <a:srgbClr val="5A6A7A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DM Sans"/>
              <a:buNone/>
            </a:pPr>
            <a:r>
              <a:rPr lang="en" sz="1100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3 варианта - базовый, оптимистичный и пессимистичный</a:t>
            </a:r>
            <a:endParaRPr sz="1100">
              <a:solidFill>
                <a:srgbClr val="5A6A7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29" name="Google Shape;1029;p30"/>
          <p:cNvSpPr/>
          <p:nvPr/>
        </p:nvSpPr>
        <p:spPr>
          <a:xfrm>
            <a:off x="6071616" y="2852928"/>
            <a:ext cx="2651700" cy="1719000"/>
          </a:xfrm>
          <a:prstGeom prst="rect">
            <a:avLst/>
          </a:prstGeom>
          <a:solidFill>
            <a:srgbClr val="EEEDFE"/>
          </a:solidFill>
          <a:ln cap="flat" cmpd="sng" w="10150">
            <a:solidFill>
              <a:srgbClr val="553C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30"/>
          <p:cNvSpPr/>
          <p:nvPr/>
        </p:nvSpPr>
        <p:spPr>
          <a:xfrm>
            <a:off x="6071616" y="2852928"/>
            <a:ext cx="2651700" cy="73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30"/>
          <p:cNvSpPr/>
          <p:nvPr/>
        </p:nvSpPr>
        <p:spPr>
          <a:xfrm>
            <a:off x="6199632" y="2926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2200"/>
              <a:buFont typeface="Baloo 2 ExtraBold"/>
              <a:buNone/>
            </a:pPr>
            <a:r>
              <a:rPr b="0" i="0" lang="en" sz="2200" u="none" cap="none" strike="noStrike">
                <a:solidFill>
                  <a:srgbClr val="553C9A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30"/>
          <p:cNvSpPr/>
          <p:nvPr/>
        </p:nvSpPr>
        <p:spPr>
          <a:xfrm>
            <a:off x="6199632" y="3419856"/>
            <a:ext cx="23958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Три плановых отчёта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3" name="Google Shape;1033;p30"/>
          <p:cNvSpPr/>
          <p:nvPr/>
        </p:nvSpPr>
        <p:spPr>
          <a:xfrm>
            <a:off x="6199632" y="3858768"/>
            <a:ext cx="23958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ОПиУ + ОДДС + Баланс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30"/>
          <p:cNvSpPr/>
          <p:nvPr/>
        </p:nvSpPr>
        <p:spPr>
          <a:xfrm>
            <a:off x="457200" y="475488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DM Sans"/>
              <a:buNone/>
            </a:pPr>
            <a:r>
              <a:rPr b="0" i="1" lang="en" sz="100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Финмодель не предсказывает будущее — она помогает понять, что произойдёт при разных решениях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31"/>
          <p:cNvSpPr/>
          <p:nvPr/>
        </p:nvSpPr>
        <p:spPr>
          <a:xfrm>
            <a:off x="-1280160" y="-1005840"/>
            <a:ext cx="3474600" cy="3200400"/>
          </a:xfrm>
          <a:prstGeom prst="ellipse">
            <a:avLst/>
          </a:prstGeom>
          <a:solidFill>
            <a:srgbClr val="CBDDF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31"/>
          <p:cNvSpPr/>
          <p:nvPr/>
        </p:nvSpPr>
        <p:spPr>
          <a:xfrm>
            <a:off x="7132320" y="3200400"/>
            <a:ext cx="2926200" cy="2926200"/>
          </a:xfrm>
          <a:prstGeom prst="ellipse">
            <a:avLst/>
          </a:prstGeom>
          <a:solidFill>
            <a:srgbClr val="FFD6C4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31"/>
          <p:cNvSpPr/>
          <p:nvPr/>
        </p:nvSpPr>
        <p:spPr>
          <a:xfrm>
            <a:off x="274320" y="164592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4C6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31"/>
          <p:cNvSpPr/>
          <p:nvPr/>
        </p:nvSpPr>
        <p:spPr>
          <a:xfrm>
            <a:off x="384048" y="274320"/>
            <a:ext cx="128100" cy="128100"/>
          </a:xfrm>
          <a:prstGeom prst="ellipse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31"/>
          <p:cNvSpPr/>
          <p:nvPr/>
        </p:nvSpPr>
        <p:spPr>
          <a:xfrm>
            <a:off x="658368" y="384048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31"/>
          <p:cNvSpPr/>
          <p:nvPr/>
        </p:nvSpPr>
        <p:spPr>
          <a:xfrm>
            <a:off x="768096" y="493776"/>
            <a:ext cx="128100" cy="12810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31"/>
          <p:cNvSpPr/>
          <p:nvPr/>
        </p:nvSpPr>
        <p:spPr>
          <a:xfrm>
            <a:off x="457200" y="566928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200"/>
              <a:buFont typeface="Baloo 2 ExtraBold"/>
              <a:buNone/>
            </a:pPr>
            <a:r>
              <a:rPr b="0" i="0" lang="en" sz="32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Финансовая модель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31"/>
          <p:cNvSpPr/>
          <p:nvPr/>
        </p:nvSpPr>
        <p:spPr>
          <a:xfrm>
            <a:off x="2103600" y="1301622"/>
            <a:ext cx="4936800" cy="3200400"/>
          </a:xfrm>
          <a:prstGeom prst="rect">
            <a:avLst/>
          </a:prstGeom>
          <a:solidFill>
            <a:srgbClr val="EEEDFE"/>
          </a:solidFill>
          <a:ln cap="flat" cmpd="sng" w="18900">
            <a:solidFill>
              <a:srgbClr val="553C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0225" lIns="170225" spcFirstLastPara="1" rIns="170225" wrap="square" tIns="170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6"/>
          </a:p>
        </p:txBody>
      </p:sp>
      <p:sp>
        <p:nvSpPr>
          <p:cNvPr id="1048" name="Google Shape;1048;p31"/>
          <p:cNvSpPr/>
          <p:nvPr/>
        </p:nvSpPr>
        <p:spPr>
          <a:xfrm>
            <a:off x="2103600" y="1301622"/>
            <a:ext cx="4936800" cy="136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170225" lIns="170225" spcFirstLastPara="1" rIns="170225" wrap="square" tIns="170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31"/>
          <p:cNvSpPr/>
          <p:nvPr/>
        </p:nvSpPr>
        <p:spPr>
          <a:xfrm>
            <a:off x="2341938" y="2357118"/>
            <a:ext cx="44604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234"/>
              <a:buFont typeface="DM Sans"/>
              <a:buNone/>
            </a:pPr>
            <a:r>
              <a:rPr b="1" i="0" lang="en" sz="2234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Три плановых отчёта</a:t>
            </a:r>
            <a:endParaRPr b="0" i="0" sz="22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31"/>
          <p:cNvSpPr/>
          <p:nvPr/>
        </p:nvSpPr>
        <p:spPr>
          <a:xfrm>
            <a:off x="2341938" y="3174275"/>
            <a:ext cx="44604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2048"/>
              <a:buFont typeface="DM Sans"/>
              <a:buNone/>
            </a:pPr>
            <a:r>
              <a:rPr b="0" i="0" lang="en" sz="2048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ОПиУ (P&amp;L) + ОДДС (Cash Flow) + Баланс (Balance Sheet)</a:t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31"/>
          <p:cNvSpPr/>
          <p:nvPr/>
        </p:nvSpPr>
        <p:spPr>
          <a:xfrm>
            <a:off x="457200" y="475488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DM Sans"/>
              <a:buNone/>
            </a:pPr>
            <a:r>
              <a:rPr b="0" i="1" lang="en" sz="100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Финмодель не предсказывает будущее — она помогает понять, что произойдёт при разных решениях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52" name="Google Shape;1052;p31"/>
          <p:cNvGrpSpPr/>
          <p:nvPr/>
        </p:nvGrpSpPr>
        <p:grpSpPr>
          <a:xfrm>
            <a:off x="2341940" y="1580758"/>
            <a:ext cx="1017815" cy="674119"/>
            <a:chOff x="6285063" y="868551"/>
            <a:chExt cx="1843200" cy="1220788"/>
          </a:xfrm>
        </p:grpSpPr>
        <p:sp>
          <p:nvSpPr>
            <p:cNvPr id="1053" name="Google Shape;1053;p31"/>
            <p:cNvSpPr/>
            <p:nvPr/>
          </p:nvSpPr>
          <p:spPr>
            <a:xfrm>
              <a:off x="6285063" y="868551"/>
              <a:ext cx="1843088" cy="1220788"/>
            </a:xfrm>
            <a:custGeom>
              <a:rect b="b" l="l" r="r" t="t"/>
              <a:pathLst>
                <a:path extrusionOk="0" h="456" w="688">
                  <a:moveTo>
                    <a:pt x="688" y="456"/>
                  </a:moveTo>
                  <a:cubicBezTo>
                    <a:pt x="0" y="456"/>
                    <a:pt x="0" y="456"/>
                    <a:pt x="0" y="45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654" y="0"/>
                    <a:pt x="654" y="0"/>
                    <a:pt x="654" y="0"/>
                  </a:cubicBezTo>
                  <a:cubicBezTo>
                    <a:pt x="673" y="0"/>
                    <a:pt x="688" y="15"/>
                    <a:pt x="688" y="34"/>
                  </a:cubicBezTo>
                  <a:lnTo>
                    <a:pt x="688" y="4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1"/>
            <p:cNvSpPr/>
            <p:nvPr/>
          </p:nvSpPr>
          <p:spPr>
            <a:xfrm>
              <a:off x="6388250" y="1219463"/>
              <a:ext cx="1636713" cy="782637"/>
            </a:xfrm>
            <a:custGeom>
              <a:rect b="b" l="l" r="r" t="t"/>
              <a:pathLst>
                <a:path extrusionOk="0" h="493" w="1031">
                  <a:moveTo>
                    <a:pt x="1031" y="493"/>
                  </a:moveTo>
                  <a:lnTo>
                    <a:pt x="0" y="493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486"/>
                  </a:lnTo>
                  <a:lnTo>
                    <a:pt x="1031" y="486"/>
                  </a:lnTo>
                  <a:lnTo>
                    <a:pt x="1031" y="4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31"/>
            <p:cNvSpPr/>
            <p:nvPr/>
          </p:nvSpPr>
          <p:spPr>
            <a:xfrm>
              <a:off x="6393013" y="1176601"/>
              <a:ext cx="1619250" cy="820738"/>
            </a:xfrm>
            <a:custGeom>
              <a:rect b="b" l="l" r="r" t="t"/>
              <a:pathLst>
                <a:path extrusionOk="0" h="306" w="604">
                  <a:moveTo>
                    <a:pt x="0" y="207"/>
                  </a:moveTo>
                  <a:cubicBezTo>
                    <a:pt x="0" y="207"/>
                    <a:pt x="39" y="78"/>
                    <a:pt x="101" y="80"/>
                  </a:cubicBezTo>
                  <a:cubicBezTo>
                    <a:pt x="181" y="82"/>
                    <a:pt x="175" y="218"/>
                    <a:pt x="223" y="213"/>
                  </a:cubicBezTo>
                  <a:cubicBezTo>
                    <a:pt x="310" y="203"/>
                    <a:pt x="287" y="0"/>
                    <a:pt x="380" y="21"/>
                  </a:cubicBezTo>
                  <a:cubicBezTo>
                    <a:pt x="421" y="31"/>
                    <a:pt x="407" y="216"/>
                    <a:pt x="447" y="245"/>
                  </a:cubicBezTo>
                  <a:cubicBezTo>
                    <a:pt x="472" y="263"/>
                    <a:pt x="526" y="193"/>
                    <a:pt x="550" y="178"/>
                  </a:cubicBezTo>
                  <a:cubicBezTo>
                    <a:pt x="575" y="164"/>
                    <a:pt x="601" y="170"/>
                    <a:pt x="601" y="170"/>
                  </a:cubicBezTo>
                  <a:cubicBezTo>
                    <a:pt x="604" y="303"/>
                    <a:pt x="604" y="303"/>
                    <a:pt x="604" y="303"/>
                  </a:cubicBezTo>
                  <a:cubicBezTo>
                    <a:pt x="0" y="306"/>
                    <a:pt x="0" y="306"/>
                    <a:pt x="0" y="30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31"/>
            <p:cNvSpPr/>
            <p:nvPr/>
          </p:nvSpPr>
          <p:spPr>
            <a:xfrm>
              <a:off x="7643100" y="1266163"/>
              <a:ext cx="338138" cy="100013"/>
            </a:xfrm>
            <a:custGeom>
              <a:rect b="b" l="l" r="r" t="t"/>
              <a:pathLst>
                <a:path extrusionOk="0" h="37" w="126">
                  <a:moveTo>
                    <a:pt x="19" y="37"/>
                  </a:moveTo>
                  <a:cubicBezTo>
                    <a:pt x="107" y="37"/>
                    <a:pt x="107" y="37"/>
                    <a:pt x="107" y="37"/>
                  </a:cubicBezTo>
                  <a:cubicBezTo>
                    <a:pt x="117" y="37"/>
                    <a:pt x="126" y="29"/>
                    <a:pt x="126" y="18"/>
                  </a:cubicBezTo>
                  <a:cubicBezTo>
                    <a:pt x="126" y="8"/>
                    <a:pt x="117" y="0"/>
                    <a:pt x="107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29"/>
                    <a:pt x="9" y="37"/>
                    <a:pt x="19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31"/>
            <p:cNvSpPr/>
            <p:nvPr/>
          </p:nvSpPr>
          <p:spPr>
            <a:xfrm>
              <a:off x="7660775" y="1419300"/>
              <a:ext cx="61800" cy="59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31"/>
            <p:cNvSpPr/>
            <p:nvPr/>
          </p:nvSpPr>
          <p:spPr>
            <a:xfrm>
              <a:off x="7754748" y="1419300"/>
              <a:ext cx="61800" cy="59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31"/>
            <p:cNvSpPr/>
            <p:nvPr/>
          </p:nvSpPr>
          <p:spPr>
            <a:xfrm>
              <a:off x="7754748" y="1509006"/>
              <a:ext cx="61800" cy="5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1"/>
            <p:cNvSpPr/>
            <p:nvPr/>
          </p:nvSpPr>
          <p:spPr>
            <a:xfrm>
              <a:off x="6285063" y="1022538"/>
              <a:ext cx="1843200" cy="1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1"/>
            <p:cNvSpPr/>
            <p:nvPr/>
          </p:nvSpPr>
          <p:spPr>
            <a:xfrm>
              <a:off x="6380313" y="901888"/>
              <a:ext cx="76200" cy="77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1"/>
            <p:cNvSpPr/>
            <p:nvPr/>
          </p:nvSpPr>
          <p:spPr>
            <a:xfrm>
              <a:off x="6520013" y="901888"/>
              <a:ext cx="77700" cy="7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1"/>
            <p:cNvSpPr/>
            <p:nvPr/>
          </p:nvSpPr>
          <p:spPr>
            <a:xfrm>
              <a:off x="6659713" y="901888"/>
              <a:ext cx="77700" cy="7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2"/>
          <p:cNvSpPr txBox="1"/>
          <p:nvPr>
            <p:ph idx="4" type="subTitle"/>
          </p:nvPr>
        </p:nvSpPr>
        <p:spPr>
          <a:xfrm>
            <a:off x="882138" y="825375"/>
            <a:ext cx="66813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Ваши вопросы</a:t>
            </a:r>
            <a:endParaRPr sz="3800"/>
          </a:p>
        </p:txBody>
      </p:sp>
      <p:grpSp>
        <p:nvGrpSpPr>
          <p:cNvPr id="1069" name="Google Shape;1069;p32"/>
          <p:cNvGrpSpPr/>
          <p:nvPr/>
        </p:nvGrpSpPr>
        <p:grpSpPr>
          <a:xfrm>
            <a:off x="3315287" y="2844136"/>
            <a:ext cx="1815021" cy="2100043"/>
            <a:chOff x="713221" y="502143"/>
            <a:chExt cx="2987197" cy="3456293"/>
          </a:xfrm>
        </p:grpSpPr>
        <p:grpSp>
          <p:nvGrpSpPr>
            <p:cNvPr id="1070" name="Google Shape;1070;p32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1071" name="Google Shape;1071;p32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32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32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32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5" name="Google Shape;1075;p32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32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32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32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9" name="Google Shape;1079;p32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0" name="Google Shape;1080;p32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1" name="Google Shape;1081;p32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2" name="Google Shape;1082;p32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3" name="Google Shape;1083;p32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4" name="Google Shape;1084;p32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5" name="Google Shape;1085;p32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6" name="Google Shape;1086;p32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7" name="Google Shape;1087;p32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8" name="Google Shape;1088;p32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9" name="Google Shape;1089;p32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90" name="Google Shape;1090;p32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1091" name="Google Shape;1091;p32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2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3" name="Google Shape;1093;p32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32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32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96" name="Google Shape;1096;p32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1097" name="Google Shape;1097;p32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8" name="Google Shape;1098;p32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9" name="Google Shape;1099;p32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0" name="Google Shape;1100;p32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1" name="Google Shape;1101;p32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32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32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32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32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32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7" name="Google Shape;1107;p32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8" name="Google Shape;1108;p32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9" name="Google Shape;1109;p32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32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111" name="Google Shape;1111;p32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112" name="Google Shape;1112;p32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32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32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32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32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32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32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32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32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32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32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32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32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32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2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2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32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32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32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32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32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32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32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32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32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32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32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32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32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32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32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32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32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32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32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7" name="Google Shape;1147;p32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148" name="Google Shape;1148;p32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32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32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32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32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32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32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32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32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32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32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32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32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1" name="Google Shape;1161;p32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2" name="Google Shape;1162;p32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</a:t>
            </a:r>
            <a:endParaRPr/>
          </a:p>
        </p:txBody>
      </p:sp>
      <p:sp>
        <p:nvSpPr>
          <p:cNvPr id="1168" name="Google Shape;1168;p33"/>
          <p:cNvSpPr txBox="1"/>
          <p:nvPr>
            <p:ph idx="4" type="subTitle"/>
          </p:nvPr>
        </p:nvSpPr>
        <p:spPr>
          <a:xfrm>
            <a:off x="882150" y="1384625"/>
            <a:ext cx="66813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Для чего нужна</a:t>
            </a:r>
            <a:r>
              <a:rPr lang="en" sz="3800"/>
              <a:t> финансовая модель?</a:t>
            </a:r>
            <a:endParaRPr sz="3800"/>
          </a:p>
        </p:txBody>
      </p:sp>
      <p:grpSp>
        <p:nvGrpSpPr>
          <p:cNvPr id="1169" name="Google Shape;1169;p33"/>
          <p:cNvGrpSpPr/>
          <p:nvPr/>
        </p:nvGrpSpPr>
        <p:grpSpPr>
          <a:xfrm>
            <a:off x="3315287" y="2844136"/>
            <a:ext cx="1815021" cy="2100043"/>
            <a:chOff x="713221" y="502143"/>
            <a:chExt cx="2987197" cy="3456293"/>
          </a:xfrm>
        </p:grpSpPr>
        <p:grpSp>
          <p:nvGrpSpPr>
            <p:cNvPr id="1170" name="Google Shape;1170;p33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1171" name="Google Shape;1171;p33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33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33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33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33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33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33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8" name="Google Shape;1178;p33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9" name="Google Shape;1179;p33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0" name="Google Shape;1180;p33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1" name="Google Shape;1181;p33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33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33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33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33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33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33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33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33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0" name="Google Shape;1190;p33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1191" name="Google Shape;1191;p33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2" name="Google Shape;1192;p33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93" name="Google Shape;1193;p33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6" name="Google Shape;1196;p33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1197" name="Google Shape;1197;p33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8" name="Google Shape;1198;p33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9" name="Google Shape;1199;p33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0" name="Google Shape;1200;p33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33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2" name="Google Shape;1202;p33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3" name="Google Shape;1203;p33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4" name="Google Shape;1204;p33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5" name="Google Shape;1205;p33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6" name="Google Shape;1206;p33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7" name="Google Shape;1207;p33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33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9" name="Google Shape;1209;p33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0" name="Google Shape;1210;p33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211" name="Google Shape;1211;p33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212" name="Google Shape;1212;p33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3" name="Google Shape;1213;p33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4" name="Google Shape;1214;p33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5" name="Google Shape;1215;p33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33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7" name="Google Shape;1217;p33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33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33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33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33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2" name="Google Shape;1222;p33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3" name="Google Shape;1223;p33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33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33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33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33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8" name="Google Shape;1228;p33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9" name="Google Shape;1229;p33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0" name="Google Shape;1230;p33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33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33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33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33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33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33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33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33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33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33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33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33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33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33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33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33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7" name="Google Shape;1247;p33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248" name="Google Shape;1248;p33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33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33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33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2" name="Google Shape;1252;p33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33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33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33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33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33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33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33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33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33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33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34"/>
          <p:cNvSpPr/>
          <p:nvPr/>
        </p:nvSpPr>
        <p:spPr>
          <a:xfrm>
            <a:off x="-1280160" y="-1005840"/>
            <a:ext cx="3474600" cy="3200400"/>
          </a:xfrm>
          <a:prstGeom prst="ellipse">
            <a:avLst/>
          </a:prstGeom>
          <a:solidFill>
            <a:srgbClr val="CBDDF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34"/>
          <p:cNvSpPr/>
          <p:nvPr/>
        </p:nvSpPr>
        <p:spPr>
          <a:xfrm>
            <a:off x="7132320" y="3200400"/>
            <a:ext cx="2926200" cy="2926200"/>
          </a:xfrm>
          <a:prstGeom prst="ellipse">
            <a:avLst/>
          </a:prstGeom>
          <a:solidFill>
            <a:srgbClr val="FFD6C4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34"/>
          <p:cNvSpPr/>
          <p:nvPr/>
        </p:nvSpPr>
        <p:spPr>
          <a:xfrm>
            <a:off x="274320" y="164592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4C6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34"/>
          <p:cNvSpPr/>
          <p:nvPr/>
        </p:nvSpPr>
        <p:spPr>
          <a:xfrm>
            <a:off x="384048" y="274320"/>
            <a:ext cx="128100" cy="128100"/>
          </a:xfrm>
          <a:prstGeom prst="ellipse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34"/>
          <p:cNvSpPr/>
          <p:nvPr/>
        </p:nvSpPr>
        <p:spPr>
          <a:xfrm>
            <a:off x="658368" y="384048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34"/>
          <p:cNvSpPr/>
          <p:nvPr/>
        </p:nvSpPr>
        <p:spPr>
          <a:xfrm>
            <a:off x="768096" y="493776"/>
            <a:ext cx="128100" cy="12810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34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800"/>
              <a:buFont typeface="Baloo 2 ExtraBold"/>
              <a:buNone/>
            </a:pPr>
            <a:r>
              <a:rPr b="0" i="0" lang="en" sz="28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Финмодель помогает решать </a:t>
            </a:r>
            <a:r>
              <a:rPr lang="en" sz="2800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следующие</a:t>
            </a:r>
            <a:r>
              <a:rPr b="0" i="0" lang="en" sz="28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 задачи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4"/>
          <p:cNvSpPr/>
          <p:nvPr/>
        </p:nvSpPr>
        <p:spPr>
          <a:xfrm>
            <a:off x="457200" y="1298448"/>
            <a:ext cx="8321100" cy="69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34"/>
          <p:cNvSpPr/>
          <p:nvPr/>
        </p:nvSpPr>
        <p:spPr>
          <a:xfrm>
            <a:off x="457200" y="1298448"/>
            <a:ext cx="54900" cy="694800"/>
          </a:xfrm>
          <a:prstGeom prst="rect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34"/>
          <p:cNvSpPr/>
          <p:nvPr/>
        </p:nvSpPr>
        <p:spPr>
          <a:xfrm>
            <a:off x="621792" y="1435608"/>
            <a:ext cx="402300" cy="402300"/>
          </a:xfrm>
          <a:prstGeom prst="ellipse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8" name="Google Shape;1278;p34"/>
          <p:cNvSpPr/>
          <p:nvPr/>
        </p:nvSpPr>
        <p:spPr>
          <a:xfrm>
            <a:off x="621792" y="1435608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loo 2 ExtraBold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34"/>
          <p:cNvSpPr/>
          <p:nvPr/>
        </p:nvSpPr>
        <p:spPr>
          <a:xfrm>
            <a:off x="1143000" y="1408176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DM Sans"/>
              <a:buNone/>
            </a:pPr>
            <a:r>
              <a:rPr b="1" i="0" lang="en" sz="125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Спрогнозировать денежные потоки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34"/>
          <p:cNvSpPr/>
          <p:nvPr/>
        </p:nvSpPr>
        <p:spPr>
          <a:xfrm>
            <a:off x="1143000" y="1682496"/>
            <a:ext cx="749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Предсказать поступления и выбытия по месяцам — избежать кассовых разрывов и понять, сколько вывести собственнику.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34"/>
          <p:cNvSpPr/>
          <p:nvPr/>
        </p:nvSpPr>
        <p:spPr>
          <a:xfrm>
            <a:off x="457200" y="2048256"/>
            <a:ext cx="8321100" cy="6948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34"/>
          <p:cNvSpPr/>
          <p:nvPr/>
        </p:nvSpPr>
        <p:spPr>
          <a:xfrm>
            <a:off x="457200" y="2048256"/>
            <a:ext cx="54900" cy="694800"/>
          </a:xfrm>
          <a:prstGeom prst="rect">
            <a:avLst/>
          </a:prstGeom>
          <a:solidFill>
            <a:srgbClr val="2A9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34"/>
          <p:cNvSpPr/>
          <p:nvPr/>
        </p:nvSpPr>
        <p:spPr>
          <a:xfrm>
            <a:off x="621792" y="2185416"/>
            <a:ext cx="402300" cy="402300"/>
          </a:xfrm>
          <a:prstGeom prst="ellipse">
            <a:avLst/>
          </a:prstGeom>
          <a:solidFill>
            <a:srgbClr val="2A9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34"/>
          <p:cNvSpPr/>
          <p:nvPr/>
        </p:nvSpPr>
        <p:spPr>
          <a:xfrm>
            <a:off x="621792" y="2185416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loo 2 ExtraBold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34"/>
          <p:cNvSpPr/>
          <p:nvPr/>
        </p:nvSpPr>
        <p:spPr>
          <a:xfrm>
            <a:off x="1143000" y="2157984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DM Sans"/>
              <a:buNone/>
            </a:pPr>
            <a:r>
              <a:rPr b="1" i="0" lang="en" sz="125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Оценить прибыльность и рентабельность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34"/>
          <p:cNvSpPr/>
          <p:nvPr/>
        </p:nvSpPr>
        <p:spPr>
          <a:xfrm>
            <a:off x="1143000" y="2432304"/>
            <a:ext cx="749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Будет ли бизнес прибыльным, как быстро окупится, какие факторы больше влияют на доходность.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34"/>
          <p:cNvSpPr/>
          <p:nvPr/>
        </p:nvSpPr>
        <p:spPr>
          <a:xfrm>
            <a:off x="457200" y="2798064"/>
            <a:ext cx="8321100" cy="69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8" name="Google Shape;1288;p34"/>
          <p:cNvSpPr/>
          <p:nvPr/>
        </p:nvSpPr>
        <p:spPr>
          <a:xfrm>
            <a:off x="457200" y="2798064"/>
            <a:ext cx="54900" cy="694800"/>
          </a:xfrm>
          <a:prstGeom prst="rect">
            <a:avLst/>
          </a:prstGeom>
          <a:solidFill>
            <a:srgbClr val="FF5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34"/>
          <p:cNvSpPr/>
          <p:nvPr/>
        </p:nvSpPr>
        <p:spPr>
          <a:xfrm>
            <a:off x="621792" y="2935224"/>
            <a:ext cx="402300" cy="402300"/>
          </a:xfrm>
          <a:prstGeom prst="ellipse">
            <a:avLst/>
          </a:prstGeom>
          <a:solidFill>
            <a:srgbClr val="FF5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34"/>
          <p:cNvSpPr/>
          <p:nvPr/>
        </p:nvSpPr>
        <p:spPr>
          <a:xfrm>
            <a:off x="621792" y="2935224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loo 2 ExtraBold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34"/>
          <p:cNvSpPr/>
          <p:nvPr/>
        </p:nvSpPr>
        <p:spPr>
          <a:xfrm>
            <a:off x="1143000" y="2907792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DM Sans"/>
              <a:buNone/>
            </a:pPr>
            <a:r>
              <a:rPr b="1" i="0" lang="en" sz="125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Проанализировать риски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34"/>
          <p:cNvSpPr/>
          <p:nvPr/>
        </p:nvSpPr>
        <p:spPr>
          <a:xfrm>
            <a:off x="1143000" y="3182112"/>
            <a:ext cx="749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Как рост цен, падение спроса или увеличение затрат повлияют на финансовый результат.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4"/>
          <p:cNvSpPr/>
          <p:nvPr/>
        </p:nvSpPr>
        <p:spPr>
          <a:xfrm>
            <a:off x="457200" y="3547872"/>
            <a:ext cx="8321100" cy="694800"/>
          </a:xfrm>
          <a:prstGeom prst="rect">
            <a:avLst/>
          </a:prstGeom>
          <a:solidFill>
            <a:srgbClr val="F7F9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34"/>
          <p:cNvSpPr/>
          <p:nvPr/>
        </p:nvSpPr>
        <p:spPr>
          <a:xfrm>
            <a:off x="457200" y="3547872"/>
            <a:ext cx="54900" cy="6948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34"/>
          <p:cNvSpPr/>
          <p:nvPr/>
        </p:nvSpPr>
        <p:spPr>
          <a:xfrm>
            <a:off x="621792" y="3685032"/>
            <a:ext cx="402300" cy="402300"/>
          </a:xfrm>
          <a:prstGeom prst="ellipse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34"/>
          <p:cNvSpPr/>
          <p:nvPr/>
        </p:nvSpPr>
        <p:spPr>
          <a:xfrm>
            <a:off x="621792" y="3685032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loo 2 ExtraBold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4"/>
          <p:cNvSpPr/>
          <p:nvPr/>
        </p:nvSpPr>
        <p:spPr>
          <a:xfrm>
            <a:off x="1143000" y="36576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DM Sans"/>
              <a:buNone/>
            </a:pPr>
            <a:r>
              <a:rPr b="1" i="0" lang="en" sz="125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Управлять и контролировать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4"/>
          <p:cNvSpPr/>
          <p:nvPr/>
        </p:nvSpPr>
        <p:spPr>
          <a:xfrm>
            <a:off x="1143000" y="3931920"/>
            <a:ext cx="749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Сравнивать плановые и фактические показатели, оперативно корректировать стратегию.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4"/>
          <p:cNvSpPr/>
          <p:nvPr/>
        </p:nvSpPr>
        <p:spPr>
          <a:xfrm>
            <a:off x="457200" y="4297680"/>
            <a:ext cx="8321100" cy="694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34"/>
          <p:cNvSpPr/>
          <p:nvPr/>
        </p:nvSpPr>
        <p:spPr>
          <a:xfrm>
            <a:off x="457200" y="4297680"/>
            <a:ext cx="54900" cy="6948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34"/>
          <p:cNvSpPr/>
          <p:nvPr/>
        </p:nvSpPr>
        <p:spPr>
          <a:xfrm>
            <a:off x="621792" y="4434840"/>
            <a:ext cx="402300" cy="4023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2" name="Google Shape;1302;p34"/>
          <p:cNvSpPr/>
          <p:nvPr/>
        </p:nvSpPr>
        <p:spPr>
          <a:xfrm>
            <a:off x="621792" y="4434840"/>
            <a:ext cx="4023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loo 2 ExtraBold"/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4"/>
          <p:cNvSpPr/>
          <p:nvPr/>
        </p:nvSpPr>
        <p:spPr>
          <a:xfrm>
            <a:off x="1143000" y="4407408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250"/>
              <a:buFont typeface="DM Sans"/>
              <a:buNone/>
            </a:pPr>
            <a:r>
              <a:rPr b="1" i="0" lang="en" sz="125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Привлечь инвестиции и кредиты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4"/>
          <p:cNvSpPr/>
          <p:nvPr/>
        </p:nvSpPr>
        <p:spPr>
          <a:xfrm>
            <a:off x="1143000" y="4681728"/>
            <a:ext cx="7498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DM Sans"/>
              <a:buNone/>
            </a:pPr>
            <a:r>
              <a:rPr b="0" i="0" lang="en" sz="10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Показать инвесторам и банкам надёжность проекта, сроки окупаемости и доходность.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35"/>
          <p:cNvSpPr/>
          <p:nvPr/>
        </p:nvSpPr>
        <p:spPr>
          <a:xfrm>
            <a:off x="-1280160" y="-1005840"/>
            <a:ext cx="3474600" cy="3200400"/>
          </a:xfrm>
          <a:prstGeom prst="ellipse">
            <a:avLst/>
          </a:prstGeom>
          <a:solidFill>
            <a:srgbClr val="CBDDF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35"/>
          <p:cNvSpPr/>
          <p:nvPr/>
        </p:nvSpPr>
        <p:spPr>
          <a:xfrm>
            <a:off x="7132320" y="3200400"/>
            <a:ext cx="2926200" cy="2926200"/>
          </a:xfrm>
          <a:prstGeom prst="ellipse">
            <a:avLst/>
          </a:prstGeom>
          <a:solidFill>
            <a:srgbClr val="FFD6C4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35"/>
          <p:cNvSpPr/>
          <p:nvPr/>
        </p:nvSpPr>
        <p:spPr>
          <a:xfrm>
            <a:off x="658368" y="384048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35"/>
          <p:cNvSpPr/>
          <p:nvPr/>
        </p:nvSpPr>
        <p:spPr>
          <a:xfrm>
            <a:off x="768096" y="493776"/>
            <a:ext cx="128100" cy="12810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35"/>
          <p:cNvSpPr/>
          <p:nvPr/>
        </p:nvSpPr>
        <p:spPr>
          <a:xfrm>
            <a:off x="457200" y="182880"/>
            <a:ext cx="9144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9B2"/>
              </a:buClr>
              <a:buSzPts val="2800"/>
              <a:buFont typeface="Baloo 2 ExtraBold"/>
              <a:buNone/>
            </a:pPr>
            <a:r>
              <a:rPr b="0" i="0" lang="en" sz="2800" u="none" cap="none" strike="noStrike">
                <a:solidFill>
                  <a:srgbClr val="4C69B2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5"/>
          <p:cNvSpPr/>
          <p:nvPr/>
        </p:nvSpPr>
        <p:spPr>
          <a:xfrm>
            <a:off x="457200" y="658368"/>
            <a:ext cx="7772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600"/>
              <a:buFont typeface="Baloo 2 ExtraBold"/>
              <a:buNone/>
            </a:pPr>
            <a:r>
              <a:rPr b="0" i="0" lang="en" sz="26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Прогноз денежных потоков - </a:t>
            </a:r>
            <a:r>
              <a:rPr b="1" lang="en" sz="10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ОДДС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5"/>
          <p:cNvSpPr/>
          <p:nvPr/>
        </p:nvSpPr>
        <p:spPr>
          <a:xfrm>
            <a:off x="457200" y="1316736"/>
            <a:ext cx="6858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300"/>
              <a:buFont typeface="DM Sans"/>
              <a:buNone/>
            </a:pPr>
            <a:r>
              <a:rPr b="0" i="0" lang="en" sz="130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Знать заранее — сколько денег будет на счёте в каждый конкретный месяц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5"/>
          <p:cNvSpPr/>
          <p:nvPr/>
        </p:nvSpPr>
        <p:spPr>
          <a:xfrm>
            <a:off x="457200" y="1828800"/>
            <a:ext cx="4023300" cy="1481400"/>
          </a:xfrm>
          <a:prstGeom prst="rect">
            <a:avLst/>
          </a:prstGeom>
          <a:solidFill>
            <a:srgbClr val="E0F5EC"/>
          </a:solidFill>
          <a:ln cap="flat" cmpd="sng" w="10150">
            <a:solidFill>
              <a:srgbClr val="2A9D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35"/>
          <p:cNvSpPr/>
          <p:nvPr/>
        </p:nvSpPr>
        <p:spPr>
          <a:xfrm>
            <a:off x="457200" y="1828800"/>
            <a:ext cx="4023300" cy="63900"/>
          </a:xfrm>
          <a:prstGeom prst="rect">
            <a:avLst/>
          </a:prstGeom>
          <a:solidFill>
            <a:srgbClr val="2A9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35"/>
          <p:cNvSpPr/>
          <p:nvPr/>
        </p:nvSpPr>
        <p:spPr>
          <a:xfrm>
            <a:off x="621792" y="1965960"/>
            <a:ext cx="369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Поступления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5"/>
          <p:cNvSpPr/>
          <p:nvPr/>
        </p:nvSpPr>
        <p:spPr>
          <a:xfrm>
            <a:off x="621792" y="2340864"/>
            <a:ext cx="36942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50"/>
              <a:buFont typeface="DM Sans"/>
              <a:buNone/>
            </a:pPr>
            <a:r>
              <a:rPr b="0" i="0" lang="en" sz="115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Оплаты от клиентов, авансы, займы учредителя — когда и сколько придёт на счёт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5"/>
          <p:cNvSpPr/>
          <p:nvPr/>
        </p:nvSpPr>
        <p:spPr>
          <a:xfrm>
            <a:off x="4709160" y="1828800"/>
            <a:ext cx="4023300" cy="1481400"/>
          </a:xfrm>
          <a:prstGeom prst="rect">
            <a:avLst/>
          </a:prstGeom>
          <a:solidFill>
            <a:srgbClr val="FEEAEA"/>
          </a:solidFill>
          <a:ln cap="flat" cmpd="sng" w="10150">
            <a:solidFill>
              <a:srgbClr val="D63B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2" name="Google Shape;1322;p35"/>
          <p:cNvSpPr/>
          <p:nvPr/>
        </p:nvSpPr>
        <p:spPr>
          <a:xfrm>
            <a:off x="4709160" y="1828800"/>
            <a:ext cx="4023300" cy="63900"/>
          </a:xfrm>
          <a:prstGeom prst="rect">
            <a:avLst/>
          </a:prstGeom>
          <a:solidFill>
            <a:srgbClr val="D63B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35"/>
          <p:cNvSpPr/>
          <p:nvPr/>
        </p:nvSpPr>
        <p:spPr>
          <a:xfrm>
            <a:off x="4873752" y="1965960"/>
            <a:ext cx="369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Выбытия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35"/>
          <p:cNvSpPr/>
          <p:nvPr/>
        </p:nvSpPr>
        <p:spPr>
          <a:xfrm>
            <a:off x="4873752" y="2340864"/>
            <a:ext cx="36942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50"/>
              <a:buFont typeface="DM Sans"/>
              <a:buNone/>
            </a:pPr>
            <a:r>
              <a:rPr b="0" i="0" lang="en" sz="115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Аренда, зарплата, поставщики, налоги — когда и сколько уйдёт со счёта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5" name="Google Shape;1325;p35"/>
          <p:cNvSpPr/>
          <p:nvPr/>
        </p:nvSpPr>
        <p:spPr>
          <a:xfrm>
            <a:off x="457200" y="3456432"/>
            <a:ext cx="4023300" cy="1481400"/>
          </a:xfrm>
          <a:prstGeom prst="rect">
            <a:avLst/>
          </a:prstGeom>
          <a:solidFill>
            <a:srgbClr val="FEF9EC"/>
          </a:solidFill>
          <a:ln cap="flat" cmpd="sng" w="10150">
            <a:solidFill>
              <a:srgbClr val="F5A6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35"/>
          <p:cNvSpPr/>
          <p:nvPr/>
        </p:nvSpPr>
        <p:spPr>
          <a:xfrm>
            <a:off x="457200" y="3456432"/>
            <a:ext cx="4023300" cy="639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35"/>
          <p:cNvSpPr/>
          <p:nvPr/>
        </p:nvSpPr>
        <p:spPr>
          <a:xfrm>
            <a:off x="621792" y="3593592"/>
            <a:ext cx="369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Кассовый разрыв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35"/>
          <p:cNvSpPr/>
          <p:nvPr/>
        </p:nvSpPr>
        <p:spPr>
          <a:xfrm>
            <a:off x="621792" y="3968496"/>
            <a:ext cx="36942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50"/>
              <a:buFont typeface="DM Sans"/>
              <a:buNone/>
            </a:pPr>
            <a:r>
              <a:rPr b="0" i="0" lang="en" sz="115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Момент, когда выбытия превышают поступления. Модель показывает его за 1–2 месяца до наступления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35"/>
          <p:cNvSpPr/>
          <p:nvPr/>
        </p:nvSpPr>
        <p:spPr>
          <a:xfrm>
            <a:off x="4709160" y="3456432"/>
            <a:ext cx="4023300" cy="1481400"/>
          </a:xfrm>
          <a:prstGeom prst="rect">
            <a:avLst/>
          </a:prstGeom>
          <a:solidFill>
            <a:srgbClr val="E8EEF8"/>
          </a:solidFill>
          <a:ln cap="flat" cmpd="sng" w="10150">
            <a:solidFill>
              <a:srgbClr val="4C6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0" name="Google Shape;1330;p35"/>
          <p:cNvSpPr/>
          <p:nvPr/>
        </p:nvSpPr>
        <p:spPr>
          <a:xfrm>
            <a:off x="4709160" y="3456432"/>
            <a:ext cx="4023300" cy="63900"/>
          </a:xfrm>
          <a:prstGeom prst="rect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35"/>
          <p:cNvSpPr/>
          <p:nvPr/>
        </p:nvSpPr>
        <p:spPr>
          <a:xfrm>
            <a:off x="4873752" y="3593592"/>
            <a:ext cx="3694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1300"/>
              <a:buFont typeface="DM Sans"/>
              <a:buNone/>
            </a:pPr>
            <a:r>
              <a:rPr b="1" i="0" lang="en" sz="1300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Дивиденды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35"/>
          <p:cNvSpPr/>
          <p:nvPr/>
        </p:nvSpPr>
        <p:spPr>
          <a:xfrm>
            <a:off x="4873752" y="3968496"/>
            <a:ext cx="36942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50"/>
              <a:buFont typeface="DM Sans"/>
              <a:buNone/>
            </a:pPr>
            <a:r>
              <a:rPr b="0" i="0" lang="en" sz="115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Понять, сколько денег можно безопасно вывести собственнику без ущерба для бизнеса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35"/>
          <p:cNvSpPr/>
          <p:nvPr/>
        </p:nvSpPr>
        <p:spPr>
          <a:xfrm>
            <a:off x="457200" y="4800600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69B2"/>
              </a:buClr>
              <a:buSzPts val="1050"/>
              <a:buFont typeface="DM Sans"/>
              <a:buNone/>
            </a:pPr>
            <a:r>
              <a:rPr b="1" i="0" lang="en" sz="1050" u="none" cap="none" strike="noStrike">
                <a:solidFill>
                  <a:srgbClr val="4C69B2"/>
                </a:solidFill>
                <a:latin typeface="DM Sans"/>
                <a:ea typeface="DM Sans"/>
                <a:cs typeface="DM Sans"/>
                <a:sym typeface="DM Sans"/>
              </a:rPr>
              <a:t>Именно поэтому центральный отчёт в финмодели — ОДДС, а не ОПиУ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p36"/>
          <p:cNvSpPr/>
          <p:nvPr/>
        </p:nvSpPr>
        <p:spPr>
          <a:xfrm>
            <a:off x="-1280160" y="-1005840"/>
            <a:ext cx="3474600" cy="3200400"/>
          </a:xfrm>
          <a:prstGeom prst="ellipse">
            <a:avLst/>
          </a:prstGeom>
          <a:solidFill>
            <a:srgbClr val="CBDDF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36"/>
          <p:cNvSpPr/>
          <p:nvPr/>
        </p:nvSpPr>
        <p:spPr>
          <a:xfrm>
            <a:off x="7132320" y="3200400"/>
            <a:ext cx="2926200" cy="2926200"/>
          </a:xfrm>
          <a:prstGeom prst="ellipse">
            <a:avLst/>
          </a:prstGeom>
          <a:solidFill>
            <a:srgbClr val="FFD6C4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36"/>
          <p:cNvSpPr/>
          <p:nvPr/>
        </p:nvSpPr>
        <p:spPr>
          <a:xfrm>
            <a:off x="365760" y="137160"/>
            <a:ext cx="82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6A"/>
              </a:buClr>
              <a:buSzPts val="3000"/>
              <a:buFont typeface="Baloo 2 ExtraBold"/>
              <a:buNone/>
            </a:pPr>
            <a:r>
              <a:rPr b="0" i="0" lang="en" sz="3000" u="none" cap="none" strike="noStrike">
                <a:solidFill>
                  <a:srgbClr val="2A9D6A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36"/>
          <p:cNvSpPr/>
          <p:nvPr/>
        </p:nvSpPr>
        <p:spPr>
          <a:xfrm>
            <a:off x="365760" y="621792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000"/>
              <a:buFont typeface="Baloo 2 ExtraBold"/>
              <a:buNone/>
            </a:pPr>
            <a:r>
              <a:rPr b="0" i="0" lang="en" sz="20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Оценить прибыльность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36"/>
          <p:cNvSpPr/>
          <p:nvPr/>
        </p:nvSpPr>
        <p:spPr>
          <a:xfrm>
            <a:off x="365760" y="1152144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50"/>
              <a:buFont typeface="DM Sans"/>
              <a:buNone/>
            </a:pPr>
            <a:r>
              <a:rPr b="0" i="1" lang="en" sz="11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Будет ли бизнес прибыльным и как быстро окупится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36"/>
          <p:cNvSpPr/>
          <p:nvPr/>
        </p:nvSpPr>
        <p:spPr>
          <a:xfrm>
            <a:off x="365760" y="157276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36"/>
          <p:cNvSpPr/>
          <p:nvPr/>
        </p:nvSpPr>
        <p:spPr>
          <a:xfrm>
            <a:off x="365760" y="1572768"/>
            <a:ext cx="54900" cy="777300"/>
          </a:xfrm>
          <a:prstGeom prst="rect">
            <a:avLst/>
          </a:prstGeom>
          <a:solidFill>
            <a:srgbClr val="2A9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36"/>
          <p:cNvSpPr/>
          <p:nvPr/>
        </p:nvSpPr>
        <p:spPr>
          <a:xfrm>
            <a:off x="512064" y="162763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6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2A9D6A"/>
                </a:solidFill>
                <a:latin typeface="DM Sans"/>
                <a:ea typeface="DM Sans"/>
                <a:cs typeface="DM Sans"/>
                <a:sym typeface="DM Sans"/>
              </a:rPr>
              <a:t>Точка безубыточности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36"/>
          <p:cNvSpPr/>
          <p:nvPr/>
        </p:nvSpPr>
        <p:spPr>
          <a:xfrm>
            <a:off x="512064" y="192024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При каком объёме продаж выручка покрывает все расходы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36"/>
          <p:cNvSpPr/>
          <p:nvPr/>
        </p:nvSpPr>
        <p:spPr>
          <a:xfrm>
            <a:off x="365760" y="2441448"/>
            <a:ext cx="4114800" cy="777300"/>
          </a:xfrm>
          <a:prstGeom prst="rect">
            <a:avLst/>
          </a:prstGeom>
          <a:solidFill>
            <a:srgbClr val="E0F5E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9" name="Google Shape;1349;p36"/>
          <p:cNvSpPr/>
          <p:nvPr/>
        </p:nvSpPr>
        <p:spPr>
          <a:xfrm>
            <a:off x="365760" y="2441448"/>
            <a:ext cx="54900" cy="777300"/>
          </a:xfrm>
          <a:prstGeom prst="rect">
            <a:avLst/>
          </a:prstGeom>
          <a:solidFill>
            <a:srgbClr val="2A9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36"/>
          <p:cNvSpPr/>
          <p:nvPr/>
        </p:nvSpPr>
        <p:spPr>
          <a:xfrm>
            <a:off x="512064" y="249631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6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2A9D6A"/>
                </a:solidFill>
                <a:latin typeface="DM Sans"/>
                <a:ea typeface="DM Sans"/>
                <a:cs typeface="DM Sans"/>
                <a:sym typeface="DM Sans"/>
              </a:rPr>
              <a:t>Окупаемость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36"/>
          <p:cNvSpPr/>
          <p:nvPr/>
        </p:nvSpPr>
        <p:spPr>
          <a:xfrm>
            <a:off x="512064" y="278892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Через сколько месяцев вложения вернутся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36"/>
          <p:cNvSpPr/>
          <p:nvPr/>
        </p:nvSpPr>
        <p:spPr>
          <a:xfrm>
            <a:off x="365760" y="331012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p36"/>
          <p:cNvSpPr/>
          <p:nvPr/>
        </p:nvSpPr>
        <p:spPr>
          <a:xfrm>
            <a:off x="365760" y="3310128"/>
            <a:ext cx="54900" cy="777300"/>
          </a:xfrm>
          <a:prstGeom prst="rect">
            <a:avLst/>
          </a:prstGeom>
          <a:solidFill>
            <a:srgbClr val="2A9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36"/>
          <p:cNvSpPr/>
          <p:nvPr/>
        </p:nvSpPr>
        <p:spPr>
          <a:xfrm>
            <a:off x="512064" y="336499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6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2A9D6A"/>
                </a:solidFill>
                <a:latin typeface="DM Sans"/>
                <a:ea typeface="DM Sans"/>
                <a:cs typeface="DM Sans"/>
                <a:sym typeface="DM Sans"/>
              </a:rPr>
              <a:t>Драйверы доходности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36"/>
          <p:cNvSpPr/>
          <p:nvPr/>
        </p:nvSpPr>
        <p:spPr>
          <a:xfrm>
            <a:off x="512064" y="365760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Что влияет на прибыль больше: цена, объём или расходы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6" name="Google Shape;1356;p36"/>
          <p:cNvSpPr/>
          <p:nvPr/>
        </p:nvSpPr>
        <p:spPr>
          <a:xfrm>
            <a:off x="365760" y="4178808"/>
            <a:ext cx="4114800" cy="777300"/>
          </a:xfrm>
          <a:prstGeom prst="rect">
            <a:avLst/>
          </a:prstGeom>
          <a:solidFill>
            <a:srgbClr val="E0F5E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36"/>
          <p:cNvSpPr/>
          <p:nvPr/>
        </p:nvSpPr>
        <p:spPr>
          <a:xfrm>
            <a:off x="365760" y="4178808"/>
            <a:ext cx="54900" cy="777300"/>
          </a:xfrm>
          <a:prstGeom prst="rect">
            <a:avLst/>
          </a:prstGeom>
          <a:solidFill>
            <a:srgbClr val="2A9D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36"/>
          <p:cNvSpPr/>
          <p:nvPr/>
        </p:nvSpPr>
        <p:spPr>
          <a:xfrm>
            <a:off x="512064" y="423367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9D6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2A9D6A"/>
                </a:solidFill>
                <a:latin typeface="DM Sans"/>
                <a:ea typeface="DM Sans"/>
                <a:cs typeface="DM Sans"/>
                <a:sym typeface="DM Sans"/>
              </a:rPr>
              <a:t>Маржинальность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36"/>
          <p:cNvSpPr/>
          <p:nvPr/>
        </p:nvSpPr>
        <p:spPr>
          <a:xfrm>
            <a:off x="512064" y="452628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Валовая маржа, EBITDA маржа, чистая маржа по месяцам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36"/>
          <p:cNvSpPr/>
          <p:nvPr/>
        </p:nvSpPr>
        <p:spPr>
          <a:xfrm>
            <a:off x="4800600" y="137160"/>
            <a:ext cx="82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33"/>
              </a:buClr>
              <a:buSzPts val="3000"/>
              <a:buFont typeface="Baloo 2 ExtraBold"/>
              <a:buNone/>
            </a:pPr>
            <a:r>
              <a:rPr b="0" i="0" lang="en" sz="3000" u="none" cap="none" strike="noStrike">
                <a:solidFill>
                  <a:srgbClr val="FF5C33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36"/>
          <p:cNvSpPr/>
          <p:nvPr/>
        </p:nvSpPr>
        <p:spPr>
          <a:xfrm>
            <a:off x="4800600" y="621792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000"/>
              <a:buFont typeface="Baloo 2 ExtraBold"/>
              <a:buNone/>
            </a:pPr>
            <a:r>
              <a:rPr b="0" i="0" lang="en" sz="20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Проанализировать риски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36"/>
          <p:cNvSpPr/>
          <p:nvPr/>
        </p:nvSpPr>
        <p:spPr>
          <a:xfrm>
            <a:off x="4800600" y="1152144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50"/>
              <a:buFont typeface="DM Sans"/>
              <a:buNone/>
            </a:pPr>
            <a:r>
              <a:rPr b="0" i="1" lang="en" sz="11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Что будет, если что-то пойдёт не так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36"/>
          <p:cNvSpPr/>
          <p:nvPr/>
        </p:nvSpPr>
        <p:spPr>
          <a:xfrm>
            <a:off x="4800600" y="157276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36"/>
          <p:cNvSpPr/>
          <p:nvPr/>
        </p:nvSpPr>
        <p:spPr>
          <a:xfrm>
            <a:off x="4800600" y="1572768"/>
            <a:ext cx="54900" cy="777300"/>
          </a:xfrm>
          <a:prstGeom prst="rect">
            <a:avLst/>
          </a:prstGeom>
          <a:solidFill>
            <a:srgbClr val="FF5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36"/>
          <p:cNvSpPr/>
          <p:nvPr/>
        </p:nvSpPr>
        <p:spPr>
          <a:xfrm>
            <a:off x="4946904" y="162763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33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FF5C33"/>
                </a:solidFill>
                <a:latin typeface="DM Sans"/>
                <a:ea typeface="DM Sans"/>
                <a:cs typeface="DM Sans"/>
                <a:sym typeface="DM Sans"/>
              </a:rPr>
              <a:t>Рост цен на сырьё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36"/>
          <p:cNvSpPr/>
          <p:nvPr/>
        </p:nvSpPr>
        <p:spPr>
          <a:xfrm>
            <a:off x="4946904" y="192024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Как изменится прибыль, если COGS вырастет на 20%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36"/>
          <p:cNvSpPr/>
          <p:nvPr/>
        </p:nvSpPr>
        <p:spPr>
          <a:xfrm>
            <a:off x="4800600" y="2441448"/>
            <a:ext cx="4114800" cy="777300"/>
          </a:xfrm>
          <a:prstGeom prst="rect">
            <a:avLst/>
          </a:prstGeom>
          <a:solidFill>
            <a:srgbClr val="FFE8E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36"/>
          <p:cNvSpPr/>
          <p:nvPr/>
        </p:nvSpPr>
        <p:spPr>
          <a:xfrm>
            <a:off x="4800600" y="2441448"/>
            <a:ext cx="54900" cy="777300"/>
          </a:xfrm>
          <a:prstGeom prst="rect">
            <a:avLst/>
          </a:prstGeom>
          <a:solidFill>
            <a:srgbClr val="FF5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9" name="Google Shape;1369;p36"/>
          <p:cNvSpPr/>
          <p:nvPr/>
        </p:nvSpPr>
        <p:spPr>
          <a:xfrm>
            <a:off x="4946904" y="249631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33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FF5C33"/>
                </a:solidFill>
                <a:latin typeface="DM Sans"/>
                <a:ea typeface="DM Sans"/>
                <a:cs typeface="DM Sans"/>
                <a:sym typeface="DM Sans"/>
              </a:rPr>
              <a:t>Падение спроса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0" name="Google Shape;1370;p36"/>
          <p:cNvSpPr/>
          <p:nvPr/>
        </p:nvSpPr>
        <p:spPr>
          <a:xfrm>
            <a:off x="4946904" y="278892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Сколько протянем, если продажи упадут вдвое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36"/>
          <p:cNvSpPr/>
          <p:nvPr/>
        </p:nvSpPr>
        <p:spPr>
          <a:xfrm>
            <a:off x="4800600" y="331012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36"/>
          <p:cNvSpPr/>
          <p:nvPr/>
        </p:nvSpPr>
        <p:spPr>
          <a:xfrm>
            <a:off x="4800600" y="3310128"/>
            <a:ext cx="54900" cy="777300"/>
          </a:xfrm>
          <a:prstGeom prst="rect">
            <a:avLst/>
          </a:prstGeom>
          <a:solidFill>
            <a:srgbClr val="FF5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36"/>
          <p:cNvSpPr/>
          <p:nvPr/>
        </p:nvSpPr>
        <p:spPr>
          <a:xfrm>
            <a:off x="4946904" y="336499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33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FF5C33"/>
                </a:solidFill>
                <a:latin typeface="DM Sans"/>
                <a:ea typeface="DM Sans"/>
                <a:cs typeface="DM Sans"/>
                <a:sym typeface="DM Sans"/>
              </a:rPr>
              <a:t>Рост аренды / ФОТ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36"/>
          <p:cNvSpPr/>
          <p:nvPr/>
        </p:nvSpPr>
        <p:spPr>
          <a:xfrm>
            <a:off x="4946904" y="365760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Какой рост постоянных расходов критичен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6"/>
          <p:cNvSpPr/>
          <p:nvPr/>
        </p:nvSpPr>
        <p:spPr>
          <a:xfrm>
            <a:off x="4800600" y="4178808"/>
            <a:ext cx="4114800" cy="777300"/>
          </a:xfrm>
          <a:prstGeom prst="rect">
            <a:avLst/>
          </a:prstGeom>
          <a:solidFill>
            <a:srgbClr val="FFE8E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36"/>
          <p:cNvSpPr/>
          <p:nvPr/>
        </p:nvSpPr>
        <p:spPr>
          <a:xfrm>
            <a:off x="4800600" y="4178808"/>
            <a:ext cx="54900" cy="777300"/>
          </a:xfrm>
          <a:prstGeom prst="rect">
            <a:avLst/>
          </a:prstGeom>
          <a:solidFill>
            <a:srgbClr val="FF5C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36"/>
          <p:cNvSpPr/>
          <p:nvPr/>
        </p:nvSpPr>
        <p:spPr>
          <a:xfrm>
            <a:off x="4946904" y="423367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C33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FF5C33"/>
                </a:solidFill>
                <a:latin typeface="DM Sans"/>
                <a:ea typeface="DM Sans"/>
                <a:cs typeface="DM Sans"/>
                <a:sym typeface="DM Sans"/>
              </a:rPr>
              <a:t>Три сценария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6"/>
          <p:cNvSpPr/>
          <p:nvPr/>
        </p:nvSpPr>
        <p:spPr>
          <a:xfrm>
            <a:off x="4946904" y="452628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Base / Best / Worst — диапазон возможных исходов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79" name="Google Shape;1379;p36"/>
          <p:cNvCxnSpPr/>
          <p:nvPr/>
        </p:nvCxnSpPr>
        <p:spPr>
          <a:xfrm>
            <a:off x="4498848" y="91440"/>
            <a:ext cx="0" cy="49377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37"/>
          <p:cNvSpPr/>
          <p:nvPr/>
        </p:nvSpPr>
        <p:spPr>
          <a:xfrm>
            <a:off x="-1280160" y="-1005840"/>
            <a:ext cx="3474600" cy="3200400"/>
          </a:xfrm>
          <a:prstGeom prst="ellipse">
            <a:avLst/>
          </a:prstGeom>
          <a:solidFill>
            <a:srgbClr val="CBDDF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37"/>
          <p:cNvSpPr/>
          <p:nvPr/>
        </p:nvSpPr>
        <p:spPr>
          <a:xfrm>
            <a:off x="7132320" y="3200400"/>
            <a:ext cx="2926200" cy="2926200"/>
          </a:xfrm>
          <a:prstGeom prst="ellipse">
            <a:avLst/>
          </a:prstGeom>
          <a:solidFill>
            <a:srgbClr val="FFD6C4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37"/>
          <p:cNvSpPr/>
          <p:nvPr/>
        </p:nvSpPr>
        <p:spPr>
          <a:xfrm>
            <a:off x="365760" y="137160"/>
            <a:ext cx="82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3000"/>
              <a:buFont typeface="Baloo 2 ExtraBold"/>
              <a:buNone/>
            </a:pPr>
            <a:r>
              <a:rPr b="0" i="0" lang="en" sz="3000" u="none" cap="none" strike="noStrike">
                <a:solidFill>
                  <a:srgbClr val="553C9A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7"/>
          <p:cNvSpPr/>
          <p:nvPr/>
        </p:nvSpPr>
        <p:spPr>
          <a:xfrm>
            <a:off x="365760" y="621792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000"/>
              <a:buFont typeface="Baloo 2 ExtraBold"/>
              <a:buNone/>
            </a:pPr>
            <a:r>
              <a:rPr b="0" i="0" lang="en" sz="20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Управлять и контролировать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7"/>
          <p:cNvSpPr/>
          <p:nvPr/>
        </p:nvSpPr>
        <p:spPr>
          <a:xfrm>
            <a:off x="365760" y="1152144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50"/>
              <a:buFont typeface="DM Sans"/>
              <a:buNone/>
            </a:pPr>
            <a:r>
              <a:rPr b="0" i="1" lang="en" sz="11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План-факт анализ — ключ к управлению бизнесом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7"/>
          <p:cNvSpPr/>
          <p:nvPr/>
        </p:nvSpPr>
        <p:spPr>
          <a:xfrm>
            <a:off x="365760" y="157276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7"/>
          <p:cNvSpPr/>
          <p:nvPr/>
        </p:nvSpPr>
        <p:spPr>
          <a:xfrm>
            <a:off x="365760" y="1572768"/>
            <a:ext cx="54900" cy="7773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2" name="Google Shape;1392;p37"/>
          <p:cNvSpPr/>
          <p:nvPr/>
        </p:nvSpPr>
        <p:spPr>
          <a:xfrm>
            <a:off x="512064" y="162763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553C9A"/>
                </a:solidFill>
                <a:latin typeface="DM Sans"/>
                <a:ea typeface="DM Sans"/>
                <a:cs typeface="DM Sans"/>
                <a:sym typeface="DM Sans"/>
              </a:rPr>
              <a:t>Плановые показатели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7"/>
          <p:cNvSpPr/>
          <p:nvPr/>
        </p:nvSpPr>
        <p:spPr>
          <a:xfrm>
            <a:off x="512064" y="192024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Что должно было произойти согласно модели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7"/>
          <p:cNvSpPr/>
          <p:nvPr/>
        </p:nvSpPr>
        <p:spPr>
          <a:xfrm>
            <a:off x="365760" y="2441448"/>
            <a:ext cx="4114800" cy="7773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5" name="Google Shape;1395;p37"/>
          <p:cNvSpPr/>
          <p:nvPr/>
        </p:nvSpPr>
        <p:spPr>
          <a:xfrm>
            <a:off x="365760" y="2441448"/>
            <a:ext cx="54900" cy="7773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37"/>
          <p:cNvSpPr/>
          <p:nvPr/>
        </p:nvSpPr>
        <p:spPr>
          <a:xfrm>
            <a:off x="512064" y="249631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553C9A"/>
                </a:solidFill>
                <a:latin typeface="DM Sans"/>
                <a:ea typeface="DM Sans"/>
                <a:cs typeface="DM Sans"/>
                <a:sym typeface="DM Sans"/>
              </a:rPr>
              <a:t>Фактические показатели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7"/>
          <p:cNvSpPr/>
          <p:nvPr/>
        </p:nvSpPr>
        <p:spPr>
          <a:xfrm>
            <a:off x="512064" y="278892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Что произошло в реальности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7"/>
          <p:cNvSpPr/>
          <p:nvPr/>
        </p:nvSpPr>
        <p:spPr>
          <a:xfrm>
            <a:off x="365760" y="331012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7"/>
          <p:cNvSpPr/>
          <p:nvPr/>
        </p:nvSpPr>
        <p:spPr>
          <a:xfrm>
            <a:off x="365760" y="3310128"/>
            <a:ext cx="54900" cy="7773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0" name="Google Shape;1400;p37"/>
          <p:cNvSpPr/>
          <p:nvPr/>
        </p:nvSpPr>
        <p:spPr>
          <a:xfrm>
            <a:off x="512064" y="336499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553C9A"/>
                </a:solidFill>
                <a:latin typeface="DM Sans"/>
                <a:ea typeface="DM Sans"/>
                <a:cs typeface="DM Sans"/>
                <a:sym typeface="DM Sans"/>
              </a:rPr>
              <a:t>Отклонение и причины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7"/>
          <p:cNvSpPr/>
          <p:nvPr/>
        </p:nvSpPr>
        <p:spPr>
          <a:xfrm>
            <a:off x="512064" y="365760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Почему план разошёлся с фактом — и что делать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7"/>
          <p:cNvSpPr/>
          <p:nvPr/>
        </p:nvSpPr>
        <p:spPr>
          <a:xfrm>
            <a:off x="365760" y="4178808"/>
            <a:ext cx="4114800" cy="7773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7"/>
          <p:cNvSpPr/>
          <p:nvPr/>
        </p:nvSpPr>
        <p:spPr>
          <a:xfrm>
            <a:off x="365760" y="4178808"/>
            <a:ext cx="54900" cy="7773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4" name="Google Shape;1404;p37"/>
          <p:cNvSpPr/>
          <p:nvPr/>
        </p:nvSpPr>
        <p:spPr>
          <a:xfrm>
            <a:off x="512064" y="423367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553C9A"/>
                </a:solidFill>
                <a:latin typeface="DM Sans"/>
                <a:ea typeface="DM Sans"/>
                <a:cs typeface="DM Sans"/>
                <a:sym typeface="DM Sans"/>
              </a:rPr>
              <a:t>Корректировка стратегии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5" name="Google Shape;1405;p37"/>
          <p:cNvSpPr/>
          <p:nvPr/>
        </p:nvSpPr>
        <p:spPr>
          <a:xfrm>
            <a:off x="512064" y="452628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На основе отклонений меняем планы и решения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7"/>
          <p:cNvSpPr/>
          <p:nvPr/>
        </p:nvSpPr>
        <p:spPr>
          <a:xfrm>
            <a:off x="4800600" y="137160"/>
            <a:ext cx="822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3000"/>
              <a:buFont typeface="Baloo 2 ExtraBold"/>
              <a:buNone/>
            </a:pPr>
            <a:r>
              <a:rPr b="0" i="0" lang="en" sz="3000" u="none" cap="none" strike="noStrike">
                <a:solidFill>
                  <a:srgbClr val="F5A623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7" name="Google Shape;1407;p37"/>
          <p:cNvSpPr/>
          <p:nvPr/>
        </p:nvSpPr>
        <p:spPr>
          <a:xfrm>
            <a:off x="4800600" y="621792"/>
            <a:ext cx="4114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000"/>
              <a:buFont typeface="Baloo 2 ExtraBold"/>
              <a:buNone/>
            </a:pPr>
            <a:r>
              <a:rPr b="0" i="0" lang="en" sz="20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Привлечь инвестиции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7"/>
          <p:cNvSpPr/>
          <p:nvPr/>
        </p:nvSpPr>
        <p:spPr>
          <a:xfrm>
            <a:off x="4800600" y="1152144"/>
            <a:ext cx="4114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50"/>
              <a:buFont typeface="DM Sans"/>
              <a:buNone/>
            </a:pPr>
            <a:r>
              <a:rPr b="0" i="1" lang="en" sz="115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Инвестор и банк всегда просят финмодель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9" name="Google Shape;1409;p37"/>
          <p:cNvSpPr/>
          <p:nvPr/>
        </p:nvSpPr>
        <p:spPr>
          <a:xfrm>
            <a:off x="4800600" y="157276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37"/>
          <p:cNvSpPr/>
          <p:nvPr/>
        </p:nvSpPr>
        <p:spPr>
          <a:xfrm>
            <a:off x="4800600" y="1572768"/>
            <a:ext cx="54900" cy="777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37"/>
          <p:cNvSpPr/>
          <p:nvPr/>
        </p:nvSpPr>
        <p:spPr>
          <a:xfrm>
            <a:off x="4946904" y="162763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61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B8761A"/>
                </a:solidFill>
                <a:latin typeface="DM Sans"/>
                <a:ea typeface="DM Sans"/>
                <a:cs typeface="DM Sans"/>
                <a:sym typeface="DM Sans"/>
              </a:rPr>
              <a:t>Надёжность проекта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7"/>
          <p:cNvSpPr/>
          <p:nvPr/>
        </p:nvSpPr>
        <p:spPr>
          <a:xfrm>
            <a:off x="4946904" y="192024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Насколько устойчива бизнес-модель в разных сценариях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3" name="Google Shape;1413;p37"/>
          <p:cNvSpPr/>
          <p:nvPr/>
        </p:nvSpPr>
        <p:spPr>
          <a:xfrm>
            <a:off x="4800600" y="2441448"/>
            <a:ext cx="4114800" cy="7773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4" name="Google Shape;1414;p37"/>
          <p:cNvSpPr/>
          <p:nvPr/>
        </p:nvSpPr>
        <p:spPr>
          <a:xfrm>
            <a:off x="4800600" y="2441448"/>
            <a:ext cx="54900" cy="777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37"/>
          <p:cNvSpPr/>
          <p:nvPr/>
        </p:nvSpPr>
        <p:spPr>
          <a:xfrm>
            <a:off x="4946904" y="249631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61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B8761A"/>
                </a:solidFill>
                <a:latin typeface="DM Sans"/>
                <a:ea typeface="DM Sans"/>
                <a:cs typeface="DM Sans"/>
                <a:sym typeface="DM Sans"/>
              </a:rPr>
              <a:t>Срок окупаемости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7"/>
          <p:cNvSpPr/>
          <p:nvPr/>
        </p:nvSpPr>
        <p:spPr>
          <a:xfrm>
            <a:off x="4946904" y="278892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Когда инвестор вернёт вложенные деньги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7" name="Google Shape;1417;p37"/>
          <p:cNvSpPr/>
          <p:nvPr/>
        </p:nvSpPr>
        <p:spPr>
          <a:xfrm>
            <a:off x="4800600" y="3310128"/>
            <a:ext cx="4114800" cy="777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37"/>
          <p:cNvSpPr/>
          <p:nvPr/>
        </p:nvSpPr>
        <p:spPr>
          <a:xfrm>
            <a:off x="4800600" y="3310128"/>
            <a:ext cx="54900" cy="777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37"/>
          <p:cNvSpPr/>
          <p:nvPr/>
        </p:nvSpPr>
        <p:spPr>
          <a:xfrm>
            <a:off x="4946904" y="336499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61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B8761A"/>
                </a:solidFill>
                <a:latin typeface="DM Sans"/>
                <a:ea typeface="DM Sans"/>
                <a:cs typeface="DM Sans"/>
                <a:sym typeface="DM Sans"/>
              </a:rPr>
              <a:t>Доходность (IRR)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37"/>
          <p:cNvSpPr/>
          <p:nvPr/>
        </p:nvSpPr>
        <p:spPr>
          <a:xfrm>
            <a:off x="4946904" y="365760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На какую доходность может рассчитывать инвестор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1" name="Google Shape;1421;p37"/>
          <p:cNvSpPr/>
          <p:nvPr/>
        </p:nvSpPr>
        <p:spPr>
          <a:xfrm>
            <a:off x="4800600" y="4178808"/>
            <a:ext cx="4114800" cy="7773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2" name="Google Shape;1422;p37"/>
          <p:cNvSpPr/>
          <p:nvPr/>
        </p:nvSpPr>
        <p:spPr>
          <a:xfrm>
            <a:off x="4800600" y="4178808"/>
            <a:ext cx="54900" cy="7773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7"/>
          <p:cNvSpPr/>
          <p:nvPr/>
        </p:nvSpPr>
        <p:spPr>
          <a:xfrm>
            <a:off x="4946904" y="4233672"/>
            <a:ext cx="3840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761A"/>
              </a:buClr>
              <a:buSzPts val="1200"/>
              <a:buFont typeface="DM Sans"/>
              <a:buNone/>
            </a:pPr>
            <a:r>
              <a:rPr b="1" i="0" lang="en" sz="1200" u="none" cap="none" strike="noStrike">
                <a:solidFill>
                  <a:srgbClr val="B8761A"/>
                </a:solidFill>
                <a:latin typeface="DM Sans"/>
                <a:ea typeface="DM Sans"/>
                <a:cs typeface="DM Sans"/>
                <a:sym typeface="DM Sans"/>
              </a:rPr>
              <a:t>Потребность в деньгах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4" name="Google Shape;1424;p37"/>
          <p:cNvSpPr/>
          <p:nvPr/>
        </p:nvSpPr>
        <p:spPr>
          <a:xfrm>
            <a:off x="4946904" y="4526280"/>
            <a:ext cx="3840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7"/>
              </a:buClr>
              <a:buSzPts val="1100"/>
              <a:buFont typeface="DM Sans"/>
              <a:buNone/>
            </a:pPr>
            <a:r>
              <a:rPr b="0" i="0" lang="en" sz="1100" u="none" cap="none" strike="noStrike">
                <a:solidFill>
                  <a:srgbClr val="334157"/>
                </a:solidFill>
                <a:latin typeface="DM Sans"/>
                <a:ea typeface="DM Sans"/>
                <a:cs typeface="DM Sans"/>
                <a:sym typeface="DM Sans"/>
              </a:rPr>
              <a:t>Сколько нужно и на что — с обоснованием по месяцам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5" name="Google Shape;1425;p37"/>
          <p:cNvCxnSpPr/>
          <p:nvPr/>
        </p:nvCxnSpPr>
        <p:spPr>
          <a:xfrm>
            <a:off x="4498848" y="91440"/>
            <a:ext cx="0" cy="4937700"/>
          </a:xfrm>
          <a:prstGeom prst="straightConnector1">
            <a:avLst/>
          </a:prstGeom>
          <a:noFill/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38"/>
          <p:cNvSpPr/>
          <p:nvPr/>
        </p:nvSpPr>
        <p:spPr>
          <a:xfrm>
            <a:off x="-1280160" y="-1005840"/>
            <a:ext cx="3474600" cy="3200400"/>
          </a:xfrm>
          <a:prstGeom prst="ellipse">
            <a:avLst/>
          </a:prstGeom>
          <a:solidFill>
            <a:srgbClr val="CBDDF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2" name="Google Shape;1432;p38"/>
          <p:cNvSpPr/>
          <p:nvPr/>
        </p:nvSpPr>
        <p:spPr>
          <a:xfrm>
            <a:off x="7132320" y="3200400"/>
            <a:ext cx="2926200" cy="2926200"/>
          </a:xfrm>
          <a:prstGeom prst="ellipse">
            <a:avLst/>
          </a:prstGeom>
          <a:solidFill>
            <a:srgbClr val="FFD6C4">
              <a:alpha val="349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38"/>
          <p:cNvSpPr/>
          <p:nvPr/>
        </p:nvSpPr>
        <p:spPr>
          <a:xfrm>
            <a:off x="274320" y="164592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4C69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4" name="Google Shape;1434;p38"/>
          <p:cNvSpPr/>
          <p:nvPr/>
        </p:nvSpPr>
        <p:spPr>
          <a:xfrm>
            <a:off x="384048" y="274320"/>
            <a:ext cx="128100" cy="128100"/>
          </a:xfrm>
          <a:prstGeom prst="ellipse">
            <a:avLst/>
          </a:prstGeom>
          <a:solidFill>
            <a:srgbClr val="4C69B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5" name="Google Shape;1435;p38"/>
          <p:cNvSpPr/>
          <p:nvPr/>
        </p:nvSpPr>
        <p:spPr>
          <a:xfrm>
            <a:off x="658368" y="384048"/>
            <a:ext cx="347400" cy="347400"/>
          </a:xfrm>
          <a:prstGeom prst="ellipse">
            <a:avLst/>
          </a:prstGeom>
          <a:noFill/>
          <a:ln cap="flat" cmpd="sng" w="31750">
            <a:solidFill>
              <a:srgbClr val="E8EE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38"/>
          <p:cNvSpPr/>
          <p:nvPr/>
        </p:nvSpPr>
        <p:spPr>
          <a:xfrm>
            <a:off x="768096" y="493776"/>
            <a:ext cx="128100" cy="128100"/>
          </a:xfrm>
          <a:prstGeom prst="ellipse">
            <a:avLst/>
          </a:prstGeom>
          <a:solidFill>
            <a:srgbClr val="E8EE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7" name="Google Shape;1437;p38"/>
          <p:cNvSpPr/>
          <p:nvPr/>
        </p:nvSpPr>
        <p:spPr>
          <a:xfrm>
            <a:off x="457200" y="566928"/>
            <a:ext cx="8229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3200"/>
              <a:buFont typeface="Baloo 2 ExtraBold"/>
              <a:buNone/>
            </a:pPr>
            <a:r>
              <a:rPr b="0" i="0" lang="en" sz="3200" u="none" cap="none" strike="noStrike">
                <a:solidFill>
                  <a:srgbClr val="0E2A47"/>
                </a:solidFill>
                <a:latin typeface="Baloo 2 ExtraBold"/>
                <a:ea typeface="Baloo 2 ExtraBold"/>
                <a:cs typeface="Baloo 2 ExtraBold"/>
                <a:sym typeface="Baloo 2 ExtraBold"/>
              </a:rPr>
              <a:t>Финансовая модель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8" name="Google Shape;1438;p38"/>
          <p:cNvSpPr/>
          <p:nvPr/>
        </p:nvSpPr>
        <p:spPr>
          <a:xfrm>
            <a:off x="2103600" y="1301622"/>
            <a:ext cx="4936800" cy="3200400"/>
          </a:xfrm>
          <a:prstGeom prst="rect">
            <a:avLst/>
          </a:prstGeom>
          <a:solidFill>
            <a:srgbClr val="EEEDFE"/>
          </a:solidFill>
          <a:ln cap="flat" cmpd="sng" w="18900">
            <a:solidFill>
              <a:srgbClr val="553C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70225" lIns="170225" spcFirstLastPara="1" rIns="170225" wrap="square" tIns="170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6"/>
          </a:p>
        </p:txBody>
      </p:sp>
      <p:sp>
        <p:nvSpPr>
          <p:cNvPr id="1439" name="Google Shape;1439;p38"/>
          <p:cNvSpPr/>
          <p:nvPr/>
        </p:nvSpPr>
        <p:spPr>
          <a:xfrm>
            <a:off x="2103600" y="1301622"/>
            <a:ext cx="4936800" cy="136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170225" lIns="170225" spcFirstLastPara="1" rIns="170225" wrap="square" tIns="170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0" name="Google Shape;1440;p38"/>
          <p:cNvSpPr/>
          <p:nvPr/>
        </p:nvSpPr>
        <p:spPr>
          <a:xfrm>
            <a:off x="2341938" y="2357118"/>
            <a:ext cx="44604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2A47"/>
              </a:buClr>
              <a:buSzPts val="2234"/>
              <a:buFont typeface="DM Sans"/>
              <a:buNone/>
            </a:pPr>
            <a:r>
              <a:rPr b="1" i="0" lang="en" sz="2234" u="none" cap="none" strike="noStrike">
                <a:solidFill>
                  <a:srgbClr val="0E2A47"/>
                </a:solidFill>
                <a:latin typeface="DM Sans"/>
                <a:ea typeface="DM Sans"/>
                <a:cs typeface="DM Sans"/>
                <a:sym typeface="DM Sans"/>
              </a:rPr>
              <a:t>Три плановых отчёта</a:t>
            </a:r>
            <a:endParaRPr b="0" i="0" sz="223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8"/>
          <p:cNvSpPr/>
          <p:nvPr/>
        </p:nvSpPr>
        <p:spPr>
          <a:xfrm>
            <a:off x="2341938" y="3174275"/>
            <a:ext cx="4460400" cy="115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2048"/>
              <a:buFont typeface="DM Sans"/>
              <a:buNone/>
            </a:pPr>
            <a:r>
              <a:rPr b="0" i="0" lang="en" sz="2048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ОПиУ (P&amp;L) + ОДДС (Cash Flow) + Баланс (Balance Sheet)</a:t>
            </a:r>
            <a:endParaRPr b="0" i="0" sz="20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38"/>
          <p:cNvSpPr/>
          <p:nvPr/>
        </p:nvSpPr>
        <p:spPr>
          <a:xfrm>
            <a:off x="457200" y="4754880"/>
            <a:ext cx="8321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DM Sans"/>
              <a:buNone/>
            </a:pPr>
            <a:r>
              <a:rPr b="0" i="1" lang="en" sz="1000" u="none" cap="none" strike="noStrike">
                <a:solidFill>
                  <a:srgbClr val="5A6A7A"/>
                </a:solidFill>
                <a:latin typeface="DM Sans"/>
                <a:ea typeface="DM Sans"/>
                <a:cs typeface="DM Sans"/>
                <a:sym typeface="DM Sans"/>
              </a:rPr>
              <a:t>Финмодель не предсказывает будущее — она помогает понять, что произойдёт при разных решениях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43" name="Google Shape;1443;p38"/>
          <p:cNvGrpSpPr/>
          <p:nvPr/>
        </p:nvGrpSpPr>
        <p:grpSpPr>
          <a:xfrm>
            <a:off x="2341940" y="1580758"/>
            <a:ext cx="1017815" cy="674119"/>
            <a:chOff x="6285063" y="868551"/>
            <a:chExt cx="1843200" cy="1220788"/>
          </a:xfrm>
        </p:grpSpPr>
        <p:sp>
          <p:nvSpPr>
            <p:cNvPr id="1444" name="Google Shape;1444;p38"/>
            <p:cNvSpPr/>
            <p:nvPr/>
          </p:nvSpPr>
          <p:spPr>
            <a:xfrm>
              <a:off x="6285063" y="868551"/>
              <a:ext cx="1843088" cy="1220788"/>
            </a:xfrm>
            <a:custGeom>
              <a:rect b="b" l="l" r="r" t="t"/>
              <a:pathLst>
                <a:path extrusionOk="0" h="456" w="688">
                  <a:moveTo>
                    <a:pt x="688" y="456"/>
                  </a:moveTo>
                  <a:cubicBezTo>
                    <a:pt x="0" y="456"/>
                    <a:pt x="0" y="456"/>
                    <a:pt x="0" y="456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15"/>
                    <a:pt x="15" y="0"/>
                    <a:pt x="34" y="0"/>
                  </a:cubicBezTo>
                  <a:cubicBezTo>
                    <a:pt x="654" y="0"/>
                    <a:pt x="654" y="0"/>
                    <a:pt x="654" y="0"/>
                  </a:cubicBezTo>
                  <a:cubicBezTo>
                    <a:pt x="673" y="0"/>
                    <a:pt x="688" y="15"/>
                    <a:pt x="688" y="34"/>
                  </a:cubicBezTo>
                  <a:lnTo>
                    <a:pt x="688" y="45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38"/>
            <p:cNvSpPr/>
            <p:nvPr/>
          </p:nvSpPr>
          <p:spPr>
            <a:xfrm>
              <a:off x="6388250" y="1219463"/>
              <a:ext cx="1636713" cy="782637"/>
            </a:xfrm>
            <a:custGeom>
              <a:rect b="b" l="l" r="r" t="t"/>
              <a:pathLst>
                <a:path extrusionOk="0" h="493" w="1031">
                  <a:moveTo>
                    <a:pt x="1031" y="493"/>
                  </a:moveTo>
                  <a:lnTo>
                    <a:pt x="0" y="493"/>
                  </a:lnTo>
                  <a:lnTo>
                    <a:pt x="0" y="0"/>
                  </a:lnTo>
                  <a:lnTo>
                    <a:pt x="7" y="0"/>
                  </a:lnTo>
                  <a:lnTo>
                    <a:pt x="7" y="486"/>
                  </a:lnTo>
                  <a:lnTo>
                    <a:pt x="1031" y="486"/>
                  </a:lnTo>
                  <a:lnTo>
                    <a:pt x="1031" y="493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38"/>
            <p:cNvSpPr/>
            <p:nvPr/>
          </p:nvSpPr>
          <p:spPr>
            <a:xfrm>
              <a:off x="6393013" y="1176601"/>
              <a:ext cx="1619250" cy="820738"/>
            </a:xfrm>
            <a:custGeom>
              <a:rect b="b" l="l" r="r" t="t"/>
              <a:pathLst>
                <a:path extrusionOk="0" h="306" w="604">
                  <a:moveTo>
                    <a:pt x="0" y="207"/>
                  </a:moveTo>
                  <a:cubicBezTo>
                    <a:pt x="0" y="207"/>
                    <a:pt x="39" y="78"/>
                    <a:pt x="101" y="80"/>
                  </a:cubicBezTo>
                  <a:cubicBezTo>
                    <a:pt x="181" y="82"/>
                    <a:pt x="175" y="218"/>
                    <a:pt x="223" y="213"/>
                  </a:cubicBezTo>
                  <a:cubicBezTo>
                    <a:pt x="310" y="203"/>
                    <a:pt x="287" y="0"/>
                    <a:pt x="380" y="21"/>
                  </a:cubicBezTo>
                  <a:cubicBezTo>
                    <a:pt x="421" y="31"/>
                    <a:pt x="407" y="216"/>
                    <a:pt x="447" y="245"/>
                  </a:cubicBezTo>
                  <a:cubicBezTo>
                    <a:pt x="472" y="263"/>
                    <a:pt x="526" y="193"/>
                    <a:pt x="550" y="178"/>
                  </a:cubicBezTo>
                  <a:cubicBezTo>
                    <a:pt x="575" y="164"/>
                    <a:pt x="601" y="170"/>
                    <a:pt x="601" y="170"/>
                  </a:cubicBezTo>
                  <a:cubicBezTo>
                    <a:pt x="604" y="303"/>
                    <a:pt x="604" y="303"/>
                    <a:pt x="604" y="303"/>
                  </a:cubicBezTo>
                  <a:cubicBezTo>
                    <a:pt x="0" y="306"/>
                    <a:pt x="0" y="306"/>
                    <a:pt x="0" y="306"/>
                  </a:cubicBezTo>
                  <a:lnTo>
                    <a:pt x="0" y="2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38"/>
            <p:cNvSpPr/>
            <p:nvPr/>
          </p:nvSpPr>
          <p:spPr>
            <a:xfrm>
              <a:off x="7643100" y="1266163"/>
              <a:ext cx="338138" cy="100013"/>
            </a:xfrm>
            <a:custGeom>
              <a:rect b="b" l="l" r="r" t="t"/>
              <a:pathLst>
                <a:path extrusionOk="0" h="37" w="126">
                  <a:moveTo>
                    <a:pt x="19" y="37"/>
                  </a:moveTo>
                  <a:cubicBezTo>
                    <a:pt x="107" y="37"/>
                    <a:pt x="107" y="37"/>
                    <a:pt x="107" y="37"/>
                  </a:cubicBezTo>
                  <a:cubicBezTo>
                    <a:pt x="117" y="37"/>
                    <a:pt x="126" y="29"/>
                    <a:pt x="126" y="18"/>
                  </a:cubicBezTo>
                  <a:cubicBezTo>
                    <a:pt x="126" y="8"/>
                    <a:pt x="117" y="0"/>
                    <a:pt x="107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0" y="8"/>
                    <a:pt x="0" y="18"/>
                  </a:cubicBezTo>
                  <a:cubicBezTo>
                    <a:pt x="0" y="29"/>
                    <a:pt x="9" y="37"/>
                    <a:pt x="19" y="3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38"/>
            <p:cNvSpPr/>
            <p:nvPr/>
          </p:nvSpPr>
          <p:spPr>
            <a:xfrm>
              <a:off x="7660775" y="1419300"/>
              <a:ext cx="61800" cy="59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38"/>
            <p:cNvSpPr/>
            <p:nvPr/>
          </p:nvSpPr>
          <p:spPr>
            <a:xfrm>
              <a:off x="7754748" y="1419300"/>
              <a:ext cx="61800" cy="59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38"/>
            <p:cNvSpPr/>
            <p:nvPr/>
          </p:nvSpPr>
          <p:spPr>
            <a:xfrm>
              <a:off x="7754748" y="1509006"/>
              <a:ext cx="61800" cy="57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38"/>
            <p:cNvSpPr/>
            <p:nvPr/>
          </p:nvSpPr>
          <p:spPr>
            <a:xfrm>
              <a:off x="6285063" y="1022538"/>
              <a:ext cx="1843200" cy="11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38"/>
            <p:cNvSpPr/>
            <p:nvPr/>
          </p:nvSpPr>
          <p:spPr>
            <a:xfrm>
              <a:off x="6380313" y="901888"/>
              <a:ext cx="76200" cy="77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38"/>
            <p:cNvSpPr/>
            <p:nvPr/>
          </p:nvSpPr>
          <p:spPr>
            <a:xfrm>
              <a:off x="6520013" y="901888"/>
              <a:ext cx="77700" cy="7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38"/>
            <p:cNvSpPr/>
            <p:nvPr/>
          </p:nvSpPr>
          <p:spPr>
            <a:xfrm>
              <a:off x="6659713" y="901888"/>
              <a:ext cx="77700" cy="77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p39"/>
          <p:cNvSpPr txBox="1"/>
          <p:nvPr>
            <p:ph idx="4" type="subTitle"/>
          </p:nvPr>
        </p:nvSpPr>
        <p:spPr>
          <a:xfrm>
            <a:off x="882138" y="825375"/>
            <a:ext cx="66813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Ваши вопросы</a:t>
            </a:r>
            <a:endParaRPr sz="3800"/>
          </a:p>
        </p:txBody>
      </p:sp>
      <p:grpSp>
        <p:nvGrpSpPr>
          <p:cNvPr id="1460" name="Google Shape;1460;p39"/>
          <p:cNvGrpSpPr/>
          <p:nvPr/>
        </p:nvGrpSpPr>
        <p:grpSpPr>
          <a:xfrm>
            <a:off x="3315287" y="2844136"/>
            <a:ext cx="1815021" cy="2100043"/>
            <a:chOff x="713221" y="502143"/>
            <a:chExt cx="2987197" cy="3456293"/>
          </a:xfrm>
        </p:grpSpPr>
        <p:grpSp>
          <p:nvGrpSpPr>
            <p:cNvPr id="1461" name="Google Shape;1461;p39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1462" name="Google Shape;1462;p39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3" name="Google Shape;1463;p39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4" name="Google Shape;1464;p39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5" name="Google Shape;1465;p39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6" name="Google Shape;1466;p39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7" name="Google Shape;1467;p39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8" name="Google Shape;1468;p39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9" name="Google Shape;1469;p39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0" name="Google Shape;1470;p39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1" name="Google Shape;1471;p39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2" name="Google Shape;1472;p39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3" name="Google Shape;1473;p39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4" name="Google Shape;1474;p39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5" name="Google Shape;1475;p39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6" name="Google Shape;1476;p39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7" name="Google Shape;1477;p39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39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39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39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81" name="Google Shape;1481;p39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1482" name="Google Shape;1482;p39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3" name="Google Shape;1483;p39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4" name="Google Shape;1484;p39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39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7" name="Google Shape;1487;p39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1488" name="Google Shape;1488;p39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39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39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39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39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39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39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39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39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7" name="Google Shape;1497;p39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8" name="Google Shape;1498;p39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9" name="Google Shape;1499;p39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0" name="Google Shape;1500;p39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1" name="Google Shape;1501;p39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502" name="Google Shape;1502;p39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503" name="Google Shape;1503;p39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4" name="Google Shape;1504;p39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5" name="Google Shape;1505;p39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6" name="Google Shape;1506;p39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7" name="Google Shape;1507;p39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8" name="Google Shape;1508;p39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09" name="Google Shape;1509;p39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0" name="Google Shape;1510;p39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1" name="Google Shape;1511;p39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2" name="Google Shape;1512;p39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3" name="Google Shape;1513;p39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4" name="Google Shape;1514;p39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5" name="Google Shape;1515;p39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6" name="Google Shape;1516;p39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7" name="Google Shape;1517;p39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8" name="Google Shape;1518;p39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19" name="Google Shape;1519;p39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0" name="Google Shape;1520;p39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1" name="Google Shape;1521;p39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2" name="Google Shape;1522;p39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3" name="Google Shape;1523;p39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4" name="Google Shape;1524;p39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5" name="Google Shape;1525;p39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6" name="Google Shape;1526;p39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7" name="Google Shape;1527;p39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8" name="Google Shape;1528;p39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9" name="Google Shape;1529;p39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0" name="Google Shape;1530;p39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1" name="Google Shape;1531;p39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2" name="Google Shape;1532;p39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3" name="Google Shape;1533;p39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4" name="Google Shape;1534;p39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39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6" name="Google Shape;1536;p39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7" name="Google Shape;1537;p39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8" name="Google Shape;1538;p39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539" name="Google Shape;1539;p39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0" name="Google Shape;1540;p39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1" name="Google Shape;1541;p39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2" name="Google Shape;1542;p39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3" name="Google Shape;1543;p39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4" name="Google Shape;1544;p39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5" name="Google Shape;1545;p39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6" name="Google Shape;1546;p39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7" name="Google Shape;1547;p39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8" name="Google Shape;1548;p39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9" name="Google Shape;1549;p39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0" name="Google Shape;1550;p39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1" name="Google Shape;1551;p39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2" name="Google Shape;1552;p39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3" name="Google Shape;1553;p39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</a:t>
            </a:r>
            <a:endParaRPr/>
          </a:p>
        </p:txBody>
      </p:sp>
      <p:sp>
        <p:nvSpPr>
          <p:cNvPr id="1559" name="Google Shape;1559;p40"/>
          <p:cNvSpPr txBox="1"/>
          <p:nvPr>
            <p:ph idx="4" type="subTitle"/>
          </p:nvPr>
        </p:nvSpPr>
        <p:spPr>
          <a:xfrm>
            <a:off x="882150" y="1384625"/>
            <a:ext cx="66813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Для чего нужна финансовая модель?</a:t>
            </a:r>
            <a:endParaRPr sz="3800"/>
          </a:p>
        </p:txBody>
      </p:sp>
      <p:grpSp>
        <p:nvGrpSpPr>
          <p:cNvPr id="1560" name="Google Shape;1560;p40"/>
          <p:cNvGrpSpPr/>
          <p:nvPr/>
        </p:nvGrpSpPr>
        <p:grpSpPr>
          <a:xfrm>
            <a:off x="3315287" y="2844136"/>
            <a:ext cx="1815021" cy="2100043"/>
            <a:chOff x="713221" y="502143"/>
            <a:chExt cx="2987197" cy="3456293"/>
          </a:xfrm>
        </p:grpSpPr>
        <p:grpSp>
          <p:nvGrpSpPr>
            <p:cNvPr id="1561" name="Google Shape;1561;p40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1562" name="Google Shape;1562;p40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3" name="Google Shape;1563;p40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4" name="Google Shape;1564;p40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5" name="Google Shape;1565;p40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6" name="Google Shape;1566;p40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7" name="Google Shape;1567;p40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40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40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40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40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40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3" name="Google Shape;1573;p40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4" name="Google Shape;1574;p40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40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40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40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40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40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40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81" name="Google Shape;1581;p40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1582" name="Google Shape;1582;p40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40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84" name="Google Shape;1584;p40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5" name="Google Shape;1585;p40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40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87" name="Google Shape;1587;p40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1588" name="Google Shape;1588;p40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9" name="Google Shape;1589;p40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0" name="Google Shape;1590;p40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1" name="Google Shape;1591;p40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2" name="Google Shape;1592;p40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3" name="Google Shape;1593;p40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4" name="Google Shape;1594;p40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5" name="Google Shape;1595;p40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6" name="Google Shape;1596;p40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7" name="Google Shape;1597;p40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8" name="Google Shape;1598;p40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9" name="Google Shape;1599;p40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0" name="Google Shape;1600;p40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1" name="Google Shape;1601;p40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602" name="Google Shape;1602;p40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603" name="Google Shape;1603;p40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4" name="Google Shape;1604;p40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5" name="Google Shape;1605;p40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6" name="Google Shape;1606;p40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7" name="Google Shape;1607;p40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8" name="Google Shape;1608;p40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09" name="Google Shape;1609;p40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0" name="Google Shape;1610;p40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40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40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3" name="Google Shape;1613;p40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4" name="Google Shape;1614;p40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5" name="Google Shape;1615;p40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6" name="Google Shape;1616;p40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7" name="Google Shape;1617;p40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8" name="Google Shape;1618;p40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9" name="Google Shape;1619;p40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0" name="Google Shape;1620;p40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1" name="Google Shape;1621;p40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2" name="Google Shape;1622;p40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3" name="Google Shape;1623;p40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40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40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6" name="Google Shape;1626;p40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7" name="Google Shape;1627;p40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8" name="Google Shape;1628;p40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9" name="Google Shape;1629;p40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0" name="Google Shape;1630;p40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1" name="Google Shape;1631;p40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40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40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40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5" name="Google Shape;1635;p40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6" name="Google Shape;1636;p40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7" name="Google Shape;1637;p40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38" name="Google Shape;1638;p40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639" name="Google Shape;1639;p40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0" name="Google Shape;1640;p40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1" name="Google Shape;1641;p40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2" name="Google Shape;1642;p40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3" name="Google Shape;1643;p40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4" name="Google Shape;1644;p40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5" name="Google Shape;1645;p40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6" name="Google Shape;1646;p40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7" name="Google Shape;1647;p40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8" name="Google Shape;1648;p40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49" name="Google Shape;1649;p40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0" name="Google Shape;1650;p40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1" name="Google Shape;1651;p40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40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3" name="Google Shape;1653;p40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41"/>
          <p:cNvSpPr txBox="1"/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Виды финансовой отчетности</a:t>
            </a:r>
            <a:endParaRPr/>
          </a:p>
        </p:txBody>
      </p:sp>
      <p:sp>
        <p:nvSpPr>
          <p:cNvPr id="1659" name="Google Shape;1659;p41"/>
          <p:cNvSpPr txBox="1"/>
          <p:nvPr>
            <p:ph idx="2" type="title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660" name="Google Shape;1660;p41"/>
          <p:cNvGrpSpPr/>
          <p:nvPr/>
        </p:nvGrpSpPr>
        <p:grpSpPr>
          <a:xfrm>
            <a:off x="713221" y="502143"/>
            <a:ext cx="2987196" cy="3456293"/>
            <a:chOff x="713221" y="502143"/>
            <a:chExt cx="2987196" cy="3456293"/>
          </a:xfrm>
        </p:grpSpPr>
        <p:grpSp>
          <p:nvGrpSpPr>
            <p:cNvPr id="1661" name="Google Shape;1661;p41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1662" name="Google Shape;1662;p41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3" name="Google Shape;1663;p41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4" name="Google Shape;1664;p41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5" name="Google Shape;1665;p41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6" name="Google Shape;1666;p41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7" name="Google Shape;1667;p41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8" name="Google Shape;1668;p41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69" name="Google Shape;1669;p41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0" name="Google Shape;1670;p41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1" name="Google Shape;1671;p41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2" name="Google Shape;1672;p41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3" name="Google Shape;1673;p41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4" name="Google Shape;1674;p41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5" name="Google Shape;1675;p41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6" name="Google Shape;1676;p41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7" name="Google Shape;1677;p41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8" name="Google Shape;1678;p41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79" name="Google Shape;1679;p41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0" name="Google Shape;1680;p41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81" name="Google Shape;1681;p41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1682" name="Google Shape;1682;p41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3" name="Google Shape;1683;p41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84" name="Google Shape;1684;p41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41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41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87" name="Google Shape;1687;p41"/>
            <p:cNvGrpSpPr/>
            <p:nvPr/>
          </p:nvGrpSpPr>
          <p:grpSpPr>
            <a:xfrm>
              <a:off x="713221" y="1546974"/>
              <a:ext cx="1380702" cy="2411462"/>
              <a:chOff x="713221" y="1546974"/>
              <a:chExt cx="1380702" cy="2411462"/>
            </a:xfrm>
          </p:grpSpPr>
          <p:sp>
            <p:nvSpPr>
              <p:cNvPr id="1688" name="Google Shape;1688;p41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89" name="Google Shape;1689;p41"/>
              <p:cNvSpPr/>
              <p:nvPr/>
            </p:nvSpPr>
            <p:spPr>
              <a:xfrm flipH="1">
                <a:off x="892277" y="2443613"/>
                <a:ext cx="815622" cy="1284025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41"/>
              <p:cNvSpPr/>
              <p:nvPr/>
            </p:nvSpPr>
            <p:spPr>
              <a:xfrm flipH="1">
                <a:off x="1228602" y="1913255"/>
                <a:ext cx="425512" cy="571207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1" name="Google Shape;1691;p41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2" name="Google Shape;1692;p41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3" name="Google Shape;1693;p41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4" name="Google Shape;1694;p41"/>
              <p:cNvSpPr/>
              <p:nvPr/>
            </p:nvSpPr>
            <p:spPr>
              <a:xfrm flipH="1">
                <a:off x="1377020" y="3728319"/>
                <a:ext cx="332240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5" name="Google Shape;1695;p41"/>
              <p:cNvSpPr/>
              <p:nvPr/>
            </p:nvSpPr>
            <p:spPr>
              <a:xfrm flipH="1">
                <a:off x="835769" y="1991549"/>
                <a:ext cx="548060" cy="518784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6" name="Google Shape;1696;p41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7" name="Google Shape;1697;p41"/>
              <p:cNvSpPr/>
              <p:nvPr/>
            </p:nvSpPr>
            <p:spPr>
              <a:xfrm flipH="1">
                <a:off x="1585351" y="1969082"/>
                <a:ext cx="395556" cy="444574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8" name="Google Shape;1698;p41"/>
              <p:cNvSpPr/>
              <p:nvPr/>
            </p:nvSpPr>
            <p:spPr>
              <a:xfrm flipH="1">
                <a:off x="1950270" y="1940487"/>
                <a:ext cx="111654" cy="141610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9" name="Google Shape;1699;p41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0" name="Google Shape;1700;p41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1" name="Google Shape;1701;p41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702" name="Google Shape;1702;p41"/>
              <p:cNvCxnSpPr/>
              <p:nvPr/>
            </p:nvCxnSpPr>
            <p:spPr>
              <a:xfrm>
                <a:off x="2004736" y="1871725"/>
                <a:ext cx="5462" cy="48921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703" name="Google Shape;1703;p41"/>
              <p:cNvSpPr/>
              <p:nvPr/>
            </p:nvSpPr>
            <p:spPr>
              <a:xfrm flipH="1">
                <a:off x="1995204" y="1871044"/>
                <a:ext cx="24509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4" name="Google Shape;1704;p41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5" name="Google Shape;1705;p41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6" name="Google Shape;1706;p41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7" name="Google Shape;1707;p41"/>
              <p:cNvSpPr/>
              <p:nvPr/>
            </p:nvSpPr>
            <p:spPr>
              <a:xfrm flipH="1">
                <a:off x="1989758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8" name="Google Shape;1708;p41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09" name="Google Shape;1709;p41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0" name="Google Shape;1710;p41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1" name="Google Shape;1711;p41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2" name="Google Shape;1712;p41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3" name="Google Shape;1713;p41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4" name="Google Shape;1714;p41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5" name="Google Shape;1715;p41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6" name="Google Shape;1716;p41"/>
              <p:cNvSpPr/>
              <p:nvPr/>
            </p:nvSpPr>
            <p:spPr>
              <a:xfrm flipH="1">
                <a:off x="1583990" y="1959550"/>
                <a:ext cx="411214" cy="510614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7" name="Google Shape;1717;p41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8" name="Google Shape;1718;p41"/>
              <p:cNvSpPr/>
              <p:nvPr/>
            </p:nvSpPr>
            <p:spPr>
              <a:xfrm flipH="1">
                <a:off x="1228601" y="1913255"/>
                <a:ext cx="442533" cy="590270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19" name="Google Shape;1719;p41"/>
              <p:cNvSpPr/>
              <p:nvPr/>
            </p:nvSpPr>
            <p:spPr>
              <a:xfrm flipH="1">
                <a:off x="885470" y="2443613"/>
                <a:ext cx="822429" cy="1230921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0" name="Google Shape;1720;p41"/>
              <p:cNvSpPr/>
              <p:nvPr/>
            </p:nvSpPr>
            <p:spPr>
              <a:xfrm flipH="1">
                <a:off x="1392680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1" name="Google Shape;1721;p41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2" name="Google Shape;1722;p41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3" name="Google Shape;1723;p41"/>
              <p:cNvSpPr/>
              <p:nvPr/>
            </p:nvSpPr>
            <p:spPr>
              <a:xfrm flipH="1">
                <a:off x="1351149" y="1610290"/>
                <a:ext cx="240329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4" name="Google Shape;1724;p41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5" name="Google Shape;1725;p41"/>
              <p:cNvSpPr/>
              <p:nvPr/>
            </p:nvSpPr>
            <p:spPr>
              <a:xfrm flipH="1">
                <a:off x="1575820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6" name="Google Shape;1726;p41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7" name="Google Shape;1727;p41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8" name="Google Shape;1728;p41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9" name="Google Shape;1729;p41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0" name="Google Shape;1730;p41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1" name="Google Shape;1731;p41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2" name="Google Shape;1732;p41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3" name="Google Shape;1733;p41"/>
              <p:cNvSpPr/>
              <p:nvPr/>
            </p:nvSpPr>
            <p:spPr>
              <a:xfrm flipH="1">
                <a:off x="1161881" y="2299279"/>
                <a:ext cx="39488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4" name="Google Shape;1734;p41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5" name="Google Shape;1735;p41"/>
              <p:cNvSpPr/>
              <p:nvPr/>
            </p:nvSpPr>
            <p:spPr>
              <a:xfrm flipH="1">
                <a:off x="1328038" y="2250941"/>
                <a:ext cx="70769" cy="7219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6" name="Google Shape;1736;p41"/>
              <p:cNvSpPr/>
              <p:nvPr/>
            </p:nvSpPr>
            <p:spPr>
              <a:xfrm flipH="1">
                <a:off x="1153711" y="2244133"/>
                <a:ext cx="171567" cy="204926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7" name="Google Shape;1737;p41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38" name="Google Shape;1738;p41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739" name="Google Shape;1739;p41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0" name="Google Shape;1740;p41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1" name="Google Shape;1741;p41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2" name="Google Shape;1742;p41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3" name="Google Shape;1743;p41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4" name="Google Shape;1744;p41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5" name="Google Shape;1745;p41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6" name="Google Shape;1746;p41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7" name="Google Shape;1747;p41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8" name="Google Shape;1748;p41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9" name="Google Shape;1749;p41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0" name="Google Shape;1750;p41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1" name="Google Shape;1751;p41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2" name="Google Shape;1752;p41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3" name="Google Shape;1753;p41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</a:t>
            </a:r>
            <a:endParaRPr/>
          </a:p>
        </p:txBody>
      </p:sp>
      <p:sp>
        <p:nvSpPr>
          <p:cNvPr id="1759" name="Google Shape;1759;p42"/>
          <p:cNvSpPr txBox="1"/>
          <p:nvPr>
            <p:ph idx="4" type="subTitle"/>
          </p:nvPr>
        </p:nvSpPr>
        <p:spPr>
          <a:xfrm>
            <a:off x="882150" y="1384625"/>
            <a:ext cx="66813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Какие виды финансовой отчетности вы знаете?</a:t>
            </a:r>
            <a:endParaRPr sz="3800"/>
          </a:p>
        </p:txBody>
      </p:sp>
      <p:grpSp>
        <p:nvGrpSpPr>
          <p:cNvPr id="1760" name="Google Shape;1760;p42"/>
          <p:cNvGrpSpPr/>
          <p:nvPr/>
        </p:nvGrpSpPr>
        <p:grpSpPr>
          <a:xfrm>
            <a:off x="3315287" y="2844136"/>
            <a:ext cx="1815021" cy="2100043"/>
            <a:chOff x="713221" y="502143"/>
            <a:chExt cx="2987197" cy="3456293"/>
          </a:xfrm>
        </p:grpSpPr>
        <p:grpSp>
          <p:nvGrpSpPr>
            <p:cNvPr id="1761" name="Google Shape;1761;p42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1762" name="Google Shape;1762;p42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3" name="Google Shape;1763;p42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4" name="Google Shape;1764;p42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5" name="Google Shape;1765;p42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6" name="Google Shape;1766;p42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7" name="Google Shape;1767;p42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8" name="Google Shape;1768;p42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9" name="Google Shape;1769;p42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0" name="Google Shape;1770;p42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1" name="Google Shape;1771;p42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2" name="Google Shape;1772;p42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3" name="Google Shape;1773;p42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4" name="Google Shape;1774;p42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5" name="Google Shape;1775;p42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6" name="Google Shape;1776;p42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7" name="Google Shape;1777;p42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8" name="Google Shape;1778;p42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9" name="Google Shape;1779;p42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0" name="Google Shape;1780;p42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1" name="Google Shape;1781;p42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1782" name="Google Shape;1782;p42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3" name="Google Shape;1783;p42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84" name="Google Shape;1784;p42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5" name="Google Shape;1785;p42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6" name="Google Shape;1786;p42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87" name="Google Shape;1787;p42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1788" name="Google Shape;1788;p42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9" name="Google Shape;1789;p42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0" name="Google Shape;1790;p42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1" name="Google Shape;1791;p42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2" name="Google Shape;1792;p42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3" name="Google Shape;1793;p42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4" name="Google Shape;1794;p42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42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6" name="Google Shape;1796;p42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7" name="Google Shape;1797;p42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8" name="Google Shape;1798;p42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9" name="Google Shape;1799;p42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0" name="Google Shape;1800;p42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1" name="Google Shape;1801;p42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1802" name="Google Shape;1802;p42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1803" name="Google Shape;1803;p42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4" name="Google Shape;1804;p42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5" name="Google Shape;1805;p42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6" name="Google Shape;1806;p42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7" name="Google Shape;1807;p42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8" name="Google Shape;1808;p42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9" name="Google Shape;1809;p42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0" name="Google Shape;1810;p42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1" name="Google Shape;1811;p42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2" name="Google Shape;1812;p42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3" name="Google Shape;1813;p42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4" name="Google Shape;1814;p42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5" name="Google Shape;1815;p42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6" name="Google Shape;1816;p42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7" name="Google Shape;1817;p42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8" name="Google Shape;1818;p42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42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0" name="Google Shape;1820;p42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1" name="Google Shape;1821;p42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2" name="Google Shape;1822;p42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3" name="Google Shape;1823;p42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4" name="Google Shape;1824;p42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5" name="Google Shape;1825;p42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6" name="Google Shape;1826;p42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7" name="Google Shape;1827;p42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8" name="Google Shape;1828;p42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9" name="Google Shape;1829;p42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0" name="Google Shape;1830;p42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42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42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3" name="Google Shape;1833;p42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4" name="Google Shape;1834;p42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5" name="Google Shape;1835;p42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6" name="Google Shape;1836;p42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7" name="Google Shape;1837;p42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38" name="Google Shape;1838;p42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1839" name="Google Shape;1839;p42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0" name="Google Shape;1840;p42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1" name="Google Shape;1841;p42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42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42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4" name="Google Shape;1844;p42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5" name="Google Shape;1845;p42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6" name="Google Shape;1846;p42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7" name="Google Shape;1847;p42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8" name="Google Shape;1848;p42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9" name="Google Shape;1849;p42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42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42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42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42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43"/>
          <p:cNvSpPr/>
          <p:nvPr/>
        </p:nvSpPr>
        <p:spPr>
          <a:xfrm>
            <a:off x="616700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90219" rotWithShape="0" algn="bl" dir="8100000" dist="36088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9" name="Google Shape;1859;p43"/>
          <p:cNvSpPr/>
          <p:nvPr/>
        </p:nvSpPr>
        <p:spPr>
          <a:xfrm>
            <a:off x="616688" y="365675"/>
            <a:ext cx="3897300" cy="935400"/>
          </a:xfrm>
          <a:prstGeom prst="rect">
            <a:avLst/>
          </a:prstGeom>
          <a:solidFill>
            <a:srgbClr val="553C9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43"/>
          <p:cNvSpPr/>
          <p:nvPr/>
        </p:nvSpPr>
        <p:spPr>
          <a:xfrm>
            <a:off x="772586" y="469607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1" name="Google Shape;1861;p43"/>
          <p:cNvSpPr/>
          <p:nvPr/>
        </p:nvSpPr>
        <p:spPr>
          <a:xfrm>
            <a:off x="772599" y="469625"/>
            <a:ext cx="3585600" cy="2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i="0" lang="en" sz="9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ОБЯЗАТЕЛЬНАЯ, РЕГЛАМЕНТИРОВАННАЯ, ПРОШЛОЕ</a:t>
            </a:r>
            <a:endParaRPr b="0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2" name="Google Shape;1862;p43"/>
          <p:cNvSpPr/>
          <p:nvPr/>
        </p:nvSpPr>
        <p:spPr>
          <a:xfrm>
            <a:off x="772586" y="703454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Бухгалтерская отчётность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43"/>
          <p:cNvSpPr/>
          <p:nvPr/>
        </p:nvSpPr>
        <p:spPr>
          <a:xfrm>
            <a:off x="616688" y="1404996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43"/>
          <p:cNvSpPr/>
          <p:nvPr/>
        </p:nvSpPr>
        <p:spPr>
          <a:xfrm>
            <a:off x="772586" y="1404996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5" name="Google Shape;1865;p43"/>
          <p:cNvCxnSpPr/>
          <p:nvPr/>
        </p:nvCxnSpPr>
        <p:spPr>
          <a:xfrm>
            <a:off x="1967808" y="150892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66" name="Google Shape;1866;p43"/>
          <p:cNvSpPr/>
          <p:nvPr/>
        </p:nvSpPr>
        <p:spPr>
          <a:xfrm>
            <a:off x="2045758" y="1404996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Назад — в прошлое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43"/>
          <p:cNvSpPr/>
          <p:nvPr/>
        </p:nvSpPr>
        <p:spPr>
          <a:xfrm>
            <a:off x="616688" y="1976623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43"/>
          <p:cNvSpPr/>
          <p:nvPr/>
        </p:nvSpPr>
        <p:spPr>
          <a:xfrm>
            <a:off x="772586" y="1976623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69" name="Google Shape;1869;p43"/>
          <p:cNvCxnSpPr/>
          <p:nvPr/>
        </p:nvCxnSpPr>
        <p:spPr>
          <a:xfrm>
            <a:off x="1967808" y="2080555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0" name="Google Shape;1870;p43"/>
          <p:cNvSpPr/>
          <p:nvPr/>
        </p:nvSpPr>
        <p:spPr>
          <a:xfrm>
            <a:off x="2045758" y="1976623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Бухгалтер / аудитор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43"/>
          <p:cNvSpPr/>
          <p:nvPr/>
        </p:nvSpPr>
        <p:spPr>
          <a:xfrm>
            <a:off x="616688" y="254825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43"/>
          <p:cNvSpPr/>
          <p:nvPr/>
        </p:nvSpPr>
        <p:spPr>
          <a:xfrm>
            <a:off x="772586" y="254825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3" name="Google Shape;1873;p43"/>
          <p:cNvCxnSpPr/>
          <p:nvPr/>
        </p:nvCxnSpPr>
        <p:spPr>
          <a:xfrm>
            <a:off x="1967808" y="2652182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4" name="Google Shape;1874;p43"/>
          <p:cNvSpPr/>
          <p:nvPr/>
        </p:nvSpPr>
        <p:spPr>
          <a:xfrm>
            <a:off x="2045758" y="254825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ФНС, банки, аудиторы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43"/>
          <p:cNvSpPr/>
          <p:nvPr/>
        </p:nvSpPr>
        <p:spPr>
          <a:xfrm>
            <a:off x="616688" y="3119877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43"/>
          <p:cNvSpPr/>
          <p:nvPr/>
        </p:nvSpPr>
        <p:spPr>
          <a:xfrm>
            <a:off x="772586" y="31198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7" name="Google Shape;1877;p43"/>
          <p:cNvCxnSpPr/>
          <p:nvPr/>
        </p:nvCxnSpPr>
        <p:spPr>
          <a:xfrm>
            <a:off x="1967808" y="322380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78" name="Google Shape;1878;p43"/>
          <p:cNvSpPr/>
          <p:nvPr/>
        </p:nvSpPr>
        <p:spPr>
          <a:xfrm>
            <a:off x="2045758" y="31198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Строго регламентированные 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43"/>
          <p:cNvSpPr/>
          <p:nvPr/>
        </p:nvSpPr>
        <p:spPr>
          <a:xfrm>
            <a:off x="616688" y="3691504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43"/>
          <p:cNvSpPr/>
          <p:nvPr/>
        </p:nvSpPr>
        <p:spPr>
          <a:xfrm>
            <a:off x="772586" y="369150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1" name="Google Shape;1881;p43"/>
          <p:cNvCxnSpPr/>
          <p:nvPr/>
        </p:nvCxnSpPr>
        <p:spPr>
          <a:xfrm>
            <a:off x="1967808" y="3795436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2" name="Google Shape;1882;p43"/>
          <p:cNvSpPr/>
          <p:nvPr/>
        </p:nvSpPr>
        <p:spPr>
          <a:xfrm>
            <a:off x="2045758" y="369150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Да, по закону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43"/>
          <p:cNvSpPr/>
          <p:nvPr/>
        </p:nvSpPr>
        <p:spPr>
          <a:xfrm>
            <a:off x="4630025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90217" rotWithShape="0" algn="bl" dir="8100000" dist="36087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9"/>
          </a:p>
        </p:txBody>
      </p:sp>
      <p:sp>
        <p:nvSpPr>
          <p:cNvPr id="1884" name="Google Shape;1884;p43"/>
          <p:cNvSpPr/>
          <p:nvPr/>
        </p:nvSpPr>
        <p:spPr>
          <a:xfrm>
            <a:off x="4630012" y="365675"/>
            <a:ext cx="3897300" cy="9354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43"/>
          <p:cNvSpPr/>
          <p:nvPr/>
        </p:nvSpPr>
        <p:spPr>
          <a:xfrm>
            <a:off x="4785908" y="469605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43"/>
          <p:cNvSpPr/>
          <p:nvPr/>
        </p:nvSpPr>
        <p:spPr>
          <a:xfrm>
            <a:off x="4785891" y="469600"/>
            <a:ext cx="3585600" cy="260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lang="en" sz="99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 ЗАДАЧУ, ПРОИЗВОЛЬНАЯ, БУДУЩЕЕ</a:t>
            </a:r>
            <a:endParaRPr b="1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7" name="Google Shape;1887;p43"/>
          <p:cNvSpPr/>
          <p:nvPr/>
        </p:nvSpPr>
        <p:spPr>
          <a:xfrm>
            <a:off x="4785908" y="703448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Финансовая модель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43"/>
          <p:cNvSpPr/>
          <p:nvPr/>
        </p:nvSpPr>
        <p:spPr>
          <a:xfrm>
            <a:off x="4630012" y="1404977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9" name="Google Shape;1889;p43"/>
          <p:cNvSpPr/>
          <p:nvPr/>
        </p:nvSpPr>
        <p:spPr>
          <a:xfrm>
            <a:off x="4785908" y="14049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0" name="Google Shape;1890;p43"/>
          <p:cNvCxnSpPr/>
          <p:nvPr/>
        </p:nvCxnSpPr>
        <p:spPr>
          <a:xfrm>
            <a:off x="5981108" y="1508907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1" name="Google Shape;1891;p43"/>
          <p:cNvSpPr/>
          <p:nvPr/>
        </p:nvSpPr>
        <p:spPr>
          <a:xfrm>
            <a:off x="6059056" y="14049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Впер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 — в будущее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2" name="Google Shape;1892;p43"/>
          <p:cNvSpPr/>
          <p:nvPr/>
        </p:nvSpPr>
        <p:spPr>
          <a:xfrm>
            <a:off x="4630012" y="1976592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3" name="Google Shape;1893;p43"/>
          <p:cNvSpPr/>
          <p:nvPr/>
        </p:nvSpPr>
        <p:spPr>
          <a:xfrm>
            <a:off x="4785908" y="1976592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4" name="Google Shape;1894;p43"/>
          <p:cNvCxnSpPr/>
          <p:nvPr/>
        </p:nvCxnSpPr>
        <p:spPr>
          <a:xfrm>
            <a:off x="5981108" y="2080523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5" name="Google Shape;1895;p43"/>
          <p:cNvSpPr/>
          <p:nvPr/>
        </p:nvSpPr>
        <p:spPr>
          <a:xfrm>
            <a:off x="6059056" y="1976592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Основатель / финансист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6" name="Google Shape;1896;p43"/>
          <p:cNvSpPr/>
          <p:nvPr/>
        </p:nvSpPr>
        <p:spPr>
          <a:xfrm>
            <a:off x="4630012" y="2548208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7" name="Google Shape;1897;p43"/>
          <p:cNvSpPr/>
          <p:nvPr/>
        </p:nvSpPr>
        <p:spPr>
          <a:xfrm>
            <a:off x="4785908" y="2548208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8" name="Google Shape;1898;p43"/>
          <p:cNvCxnSpPr/>
          <p:nvPr/>
        </p:nvCxnSpPr>
        <p:spPr>
          <a:xfrm>
            <a:off x="5981108" y="2652138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9" name="Google Shape;1899;p43"/>
          <p:cNvSpPr/>
          <p:nvPr/>
        </p:nvSpPr>
        <p:spPr>
          <a:xfrm>
            <a:off x="6059056" y="2548208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Инвесторы, банки, вы сами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0" name="Google Shape;1900;p43"/>
          <p:cNvSpPr/>
          <p:nvPr/>
        </p:nvSpPr>
        <p:spPr>
          <a:xfrm>
            <a:off x="4630012" y="3119824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43"/>
          <p:cNvSpPr/>
          <p:nvPr/>
        </p:nvSpPr>
        <p:spPr>
          <a:xfrm>
            <a:off x="4785908" y="311982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2" name="Google Shape;1902;p43"/>
          <p:cNvCxnSpPr/>
          <p:nvPr/>
        </p:nvCxnSpPr>
        <p:spPr>
          <a:xfrm>
            <a:off x="5981108" y="3223754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3" name="Google Shape;1903;p43"/>
          <p:cNvSpPr/>
          <p:nvPr/>
        </p:nvSpPr>
        <p:spPr>
          <a:xfrm>
            <a:off x="6059056" y="311982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роизвольные 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4" name="Google Shape;1904;p43"/>
          <p:cNvSpPr/>
          <p:nvPr/>
        </p:nvSpPr>
        <p:spPr>
          <a:xfrm>
            <a:off x="4630012" y="369144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5" name="Google Shape;1905;p43"/>
          <p:cNvSpPr/>
          <p:nvPr/>
        </p:nvSpPr>
        <p:spPr>
          <a:xfrm>
            <a:off x="4785908" y="369144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6" name="Google Shape;1906;p43"/>
          <p:cNvCxnSpPr/>
          <p:nvPr/>
        </p:nvCxnSpPr>
        <p:spPr>
          <a:xfrm>
            <a:off x="5981108" y="3795370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7" name="Google Shape;1907;p43"/>
          <p:cNvSpPr/>
          <p:nvPr/>
        </p:nvSpPr>
        <p:spPr>
          <a:xfrm>
            <a:off x="6059056" y="369144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Нет, но спросит инвестор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8" name="Google Shape;1908;p43"/>
          <p:cNvCxnSpPr/>
          <p:nvPr/>
        </p:nvCxnSpPr>
        <p:spPr>
          <a:xfrm>
            <a:off x="200975" y="943750"/>
            <a:ext cx="832800" cy="8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2" name="Shape 1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Google Shape;1913;p44"/>
          <p:cNvSpPr/>
          <p:nvPr/>
        </p:nvSpPr>
        <p:spPr>
          <a:xfrm>
            <a:off x="616700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90219" rotWithShape="0" algn="bl" dir="8100000" dist="36088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4" name="Google Shape;1914;p44"/>
          <p:cNvSpPr/>
          <p:nvPr/>
        </p:nvSpPr>
        <p:spPr>
          <a:xfrm>
            <a:off x="616688" y="365675"/>
            <a:ext cx="3897300" cy="935400"/>
          </a:xfrm>
          <a:prstGeom prst="rect">
            <a:avLst/>
          </a:prstGeom>
          <a:solidFill>
            <a:srgbClr val="553C9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44"/>
          <p:cNvSpPr/>
          <p:nvPr/>
        </p:nvSpPr>
        <p:spPr>
          <a:xfrm>
            <a:off x="772586" y="469607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44"/>
          <p:cNvSpPr/>
          <p:nvPr/>
        </p:nvSpPr>
        <p:spPr>
          <a:xfrm>
            <a:off x="772599" y="469625"/>
            <a:ext cx="3585600" cy="2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i="0" lang="en" sz="9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ОБЯЗАТЕЛЬНАЯ, РЕГЛАМЕНТИРОВАННАЯ, ПРОШЛОЕ</a:t>
            </a:r>
            <a:endParaRPr b="0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7" name="Google Shape;1917;p44"/>
          <p:cNvSpPr/>
          <p:nvPr/>
        </p:nvSpPr>
        <p:spPr>
          <a:xfrm>
            <a:off x="772586" y="703454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Бухгалтерская отчётность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4"/>
          <p:cNvSpPr/>
          <p:nvPr/>
        </p:nvSpPr>
        <p:spPr>
          <a:xfrm>
            <a:off x="616688" y="1404996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44"/>
          <p:cNvSpPr/>
          <p:nvPr/>
        </p:nvSpPr>
        <p:spPr>
          <a:xfrm>
            <a:off x="772586" y="1404996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0" name="Google Shape;1920;p44"/>
          <p:cNvCxnSpPr/>
          <p:nvPr/>
        </p:nvCxnSpPr>
        <p:spPr>
          <a:xfrm>
            <a:off x="1967808" y="150892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1" name="Google Shape;1921;p44"/>
          <p:cNvSpPr/>
          <p:nvPr/>
        </p:nvSpPr>
        <p:spPr>
          <a:xfrm>
            <a:off x="2045758" y="1404996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Назад — в прошлое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44"/>
          <p:cNvSpPr/>
          <p:nvPr/>
        </p:nvSpPr>
        <p:spPr>
          <a:xfrm>
            <a:off x="616688" y="1976623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44"/>
          <p:cNvSpPr/>
          <p:nvPr/>
        </p:nvSpPr>
        <p:spPr>
          <a:xfrm>
            <a:off x="772586" y="1976623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4" name="Google Shape;1924;p44"/>
          <p:cNvCxnSpPr/>
          <p:nvPr/>
        </p:nvCxnSpPr>
        <p:spPr>
          <a:xfrm>
            <a:off x="1967808" y="2080555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5" name="Google Shape;1925;p44"/>
          <p:cNvSpPr/>
          <p:nvPr/>
        </p:nvSpPr>
        <p:spPr>
          <a:xfrm>
            <a:off x="2045758" y="1976623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Бухгалтер / аудитор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44"/>
          <p:cNvSpPr/>
          <p:nvPr/>
        </p:nvSpPr>
        <p:spPr>
          <a:xfrm>
            <a:off x="616688" y="254825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44"/>
          <p:cNvSpPr/>
          <p:nvPr/>
        </p:nvSpPr>
        <p:spPr>
          <a:xfrm>
            <a:off x="772586" y="254825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8" name="Google Shape;1928;p44"/>
          <p:cNvCxnSpPr/>
          <p:nvPr/>
        </p:nvCxnSpPr>
        <p:spPr>
          <a:xfrm>
            <a:off x="1967808" y="2652182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9" name="Google Shape;1929;p44"/>
          <p:cNvSpPr/>
          <p:nvPr/>
        </p:nvSpPr>
        <p:spPr>
          <a:xfrm>
            <a:off x="2045758" y="254825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ФНС, банки, аудиторы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44"/>
          <p:cNvSpPr/>
          <p:nvPr/>
        </p:nvSpPr>
        <p:spPr>
          <a:xfrm>
            <a:off x="616688" y="3119877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44"/>
          <p:cNvSpPr/>
          <p:nvPr/>
        </p:nvSpPr>
        <p:spPr>
          <a:xfrm>
            <a:off x="772586" y="31198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2" name="Google Shape;1932;p44"/>
          <p:cNvCxnSpPr/>
          <p:nvPr/>
        </p:nvCxnSpPr>
        <p:spPr>
          <a:xfrm>
            <a:off x="1967808" y="322380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3" name="Google Shape;1933;p44"/>
          <p:cNvSpPr/>
          <p:nvPr/>
        </p:nvSpPr>
        <p:spPr>
          <a:xfrm>
            <a:off x="2045758" y="31198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Строго регламентированные 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44"/>
          <p:cNvSpPr/>
          <p:nvPr/>
        </p:nvSpPr>
        <p:spPr>
          <a:xfrm>
            <a:off x="616688" y="3691504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44"/>
          <p:cNvSpPr/>
          <p:nvPr/>
        </p:nvSpPr>
        <p:spPr>
          <a:xfrm>
            <a:off x="772586" y="369150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6" name="Google Shape;1936;p44"/>
          <p:cNvCxnSpPr/>
          <p:nvPr/>
        </p:nvCxnSpPr>
        <p:spPr>
          <a:xfrm>
            <a:off x="1967808" y="3795436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7" name="Google Shape;1937;p44"/>
          <p:cNvSpPr/>
          <p:nvPr/>
        </p:nvSpPr>
        <p:spPr>
          <a:xfrm>
            <a:off x="2045758" y="369150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Да, по закону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8" name="Google Shape;1938;p44"/>
          <p:cNvSpPr/>
          <p:nvPr/>
        </p:nvSpPr>
        <p:spPr>
          <a:xfrm>
            <a:off x="4630025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90217" rotWithShape="0" algn="bl" dir="8100000" dist="36087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9"/>
          </a:p>
        </p:txBody>
      </p:sp>
      <p:sp>
        <p:nvSpPr>
          <p:cNvPr id="1939" name="Google Shape;1939;p44"/>
          <p:cNvSpPr/>
          <p:nvPr/>
        </p:nvSpPr>
        <p:spPr>
          <a:xfrm>
            <a:off x="4630012" y="365675"/>
            <a:ext cx="3897300" cy="9354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44"/>
          <p:cNvSpPr/>
          <p:nvPr/>
        </p:nvSpPr>
        <p:spPr>
          <a:xfrm>
            <a:off x="4785908" y="469605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44"/>
          <p:cNvSpPr/>
          <p:nvPr/>
        </p:nvSpPr>
        <p:spPr>
          <a:xfrm>
            <a:off x="4785891" y="469600"/>
            <a:ext cx="3585600" cy="260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lang="en" sz="99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 ЗАДАЧУ, ПРОИЗВОЛЬНАЯ, БУДУЩЕЕ</a:t>
            </a:r>
            <a:endParaRPr b="1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44"/>
          <p:cNvSpPr/>
          <p:nvPr/>
        </p:nvSpPr>
        <p:spPr>
          <a:xfrm>
            <a:off x="4785908" y="703448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Финансовая модель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3" name="Google Shape;1943;p44"/>
          <p:cNvSpPr/>
          <p:nvPr/>
        </p:nvSpPr>
        <p:spPr>
          <a:xfrm>
            <a:off x="4630012" y="1404977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4" name="Google Shape;1944;p44"/>
          <p:cNvSpPr/>
          <p:nvPr/>
        </p:nvSpPr>
        <p:spPr>
          <a:xfrm>
            <a:off x="4785908" y="14049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5" name="Google Shape;1945;p44"/>
          <p:cNvCxnSpPr/>
          <p:nvPr/>
        </p:nvCxnSpPr>
        <p:spPr>
          <a:xfrm>
            <a:off x="5981108" y="1508907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6" name="Google Shape;1946;p44"/>
          <p:cNvSpPr/>
          <p:nvPr/>
        </p:nvSpPr>
        <p:spPr>
          <a:xfrm>
            <a:off x="6059056" y="14049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Впер</a:t>
            </a:r>
            <a:r>
              <a:rPr b="1" lang="en" sz="14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1" i="0" lang="en" sz="14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 — в будущее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7" name="Google Shape;1947;p44"/>
          <p:cNvSpPr/>
          <p:nvPr/>
        </p:nvSpPr>
        <p:spPr>
          <a:xfrm>
            <a:off x="4630012" y="1976592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8" name="Google Shape;1948;p44"/>
          <p:cNvSpPr/>
          <p:nvPr/>
        </p:nvSpPr>
        <p:spPr>
          <a:xfrm>
            <a:off x="4785908" y="1976592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9" name="Google Shape;1949;p44"/>
          <p:cNvCxnSpPr/>
          <p:nvPr/>
        </p:nvCxnSpPr>
        <p:spPr>
          <a:xfrm>
            <a:off x="5981108" y="2080523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0" name="Google Shape;1950;p44"/>
          <p:cNvSpPr/>
          <p:nvPr/>
        </p:nvSpPr>
        <p:spPr>
          <a:xfrm>
            <a:off x="6059056" y="1976592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Основатель / финансист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1" name="Google Shape;1951;p44"/>
          <p:cNvSpPr/>
          <p:nvPr/>
        </p:nvSpPr>
        <p:spPr>
          <a:xfrm>
            <a:off x="4630012" y="2548208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2" name="Google Shape;1952;p44"/>
          <p:cNvSpPr/>
          <p:nvPr/>
        </p:nvSpPr>
        <p:spPr>
          <a:xfrm>
            <a:off x="4785908" y="2548208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3" name="Google Shape;1953;p44"/>
          <p:cNvCxnSpPr/>
          <p:nvPr/>
        </p:nvCxnSpPr>
        <p:spPr>
          <a:xfrm>
            <a:off x="5981108" y="2652138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4" name="Google Shape;1954;p44"/>
          <p:cNvSpPr/>
          <p:nvPr/>
        </p:nvSpPr>
        <p:spPr>
          <a:xfrm>
            <a:off x="6059056" y="2548208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Инвесторы, банки, вы сами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4"/>
          <p:cNvSpPr/>
          <p:nvPr/>
        </p:nvSpPr>
        <p:spPr>
          <a:xfrm>
            <a:off x="4630012" y="3119824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44"/>
          <p:cNvSpPr/>
          <p:nvPr/>
        </p:nvSpPr>
        <p:spPr>
          <a:xfrm>
            <a:off x="4785908" y="311982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57" name="Google Shape;1957;p44"/>
          <p:cNvCxnSpPr/>
          <p:nvPr/>
        </p:nvCxnSpPr>
        <p:spPr>
          <a:xfrm>
            <a:off x="5981108" y="3223754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8" name="Google Shape;1958;p44"/>
          <p:cNvSpPr/>
          <p:nvPr/>
        </p:nvSpPr>
        <p:spPr>
          <a:xfrm>
            <a:off x="6059056" y="311982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роизвольные 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9" name="Google Shape;1959;p44"/>
          <p:cNvSpPr/>
          <p:nvPr/>
        </p:nvSpPr>
        <p:spPr>
          <a:xfrm>
            <a:off x="4630012" y="369144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0" name="Google Shape;1960;p44"/>
          <p:cNvSpPr/>
          <p:nvPr/>
        </p:nvSpPr>
        <p:spPr>
          <a:xfrm>
            <a:off x="4785908" y="369144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1" name="Google Shape;1961;p44"/>
          <p:cNvCxnSpPr/>
          <p:nvPr/>
        </p:nvCxnSpPr>
        <p:spPr>
          <a:xfrm>
            <a:off x="5981108" y="3795370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2" name="Google Shape;1962;p44"/>
          <p:cNvSpPr/>
          <p:nvPr/>
        </p:nvSpPr>
        <p:spPr>
          <a:xfrm>
            <a:off x="6059056" y="369144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Нет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, но спросит инвестор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3" name="Google Shape;1963;p44"/>
          <p:cNvCxnSpPr/>
          <p:nvPr/>
        </p:nvCxnSpPr>
        <p:spPr>
          <a:xfrm>
            <a:off x="200975" y="943750"/>
            <a:ext cx="832800" cy="8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44"/>
          <p:cNvSpPr/>
          <p:nvPr/>
        </p:nvSpPr>
        <p:spPr>
          <a:xfrm>
            <a:off x="438600" y="1271550"/>
            <a:ext cx="8266800" cy="786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8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45"/>
          <p:cNvSpPr/>
          <p:nvPr/>
        </p:nvSpPr>
        <p:spPr>
          <a:xfrm>
            <a:off x="616700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90219" rotWithShape="0" algn="bl" dir="8100000" dist="36088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45"/>
          <p:cNvSpPr/>
          <p:nvPr/>
        </p:nvSpPr>
        <p:spPr>
          <a:xfrm>
            <a:off x="616688" y="365675"/>
            <a:ext cx="3897300" cy="935400"/>
          </a:xfrm>
          <a:prstGeom prst="rect">
            <a:avLst/>
          </a:prstGeom>
          <a:solidFill>
            <a:srgbClr val="553C9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1" name="Google Shape;1971;p45"/>
          <p:cNvSpPr/>
          <p:nvPr/>
        </p:nvSpPr>
        <p:spPr>
          <a:xfrm>
            <a:off x="772586" y="469607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45"/>
          <p:cNvSpPr/>
          <p:nvPr/>
        </p:nvSpPr>
        <p:spPr>
          <a:xfrm>
            <a:off x="772599" y="469625"/>
            <a:ext cx="3585600" cy="2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i="0" lang="en" sz="9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ОБЯЗАТЕЛЬНАЯ, РЕГЛАМЕНТИРОВАННАЯ, ПРОШЛОЕ</a:t>
            </a:r>
            <a:endParaRPr b="0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45"/>
          <p:cNvSpPr/>
          <p:nvPr/>
        </p:nvSpPr>
        <p:spPr>
          <a:xfrm>
            <a:off x="772586" y="703454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Бухгалтерская отчётность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4" name="Google Shape;1974;p45"/>
          <p:cNvSpPr/>
          <p:nvPr/>
        </p:nvSpPr>
        <p:spPr>
          <a:xfrm>
            <a:off x="616688" y="1404996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5" name="Google Shape;1975;p45"/>
          <p:cNvSpPr/>
          <p:nvPr/>
        </p:nvSpPr>
        <p:spPr>
          <a:xfrm>
            <a:off x="772586" y="1404996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76" name="Google Shape;1976;p45"/>
          <p:cNvCxnSpPr/>
          <p:nvPr/>
        </p:nvCxnSpPr>
        <p:spPr>
          <a:xfrm>
            <a:off x="1967808" y="150892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7" name="Google Shape;1977;p45"/>
          <p:cNvSpPr/>
          <p:nvPr/>
        </p:nvSpPr>
        <p:spPr>
          <a:xfrm>
            <a:off x="2045758" y="1404996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Назад — в прошлое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8" name="Google Shape;1978;p45"/>
          <p:cNvSpPr/>
          <p:nvPr/>
        </p:nvSpPr>
        <p:spPr>
          <a:xfrm>
            <a:off x="616688" y="1976623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9" name="Google Shape;1979;p45"/>
          <p:cNvSpPr/>
          <p:nvPr/>
        </p:nvSpPr>
        <p:spPr>
          <a:xfrm>
            <a:off x="772586" y="1976623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0" name="Google Shape;1980;p45"/>
          <p:cNvCxnSpPr/>
          <p:nvPr/>
        </p:nvCxnSpPr>
        <p:spPr>
          <a:xfrm>
            <a:off x="1967808" y="2080555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1" name="Google Shape;1981;p45"/>
          <p:cNvSpPr/>
          <p:nvPr/>
        </p:nvSpPr>
        <p:spPr>
          <a:xfrm>
            <a:off x="2045758" y="1976623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Бухгалтер / аудитор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2" name="Google Shape;1982;p45"/>
          <p:cNvSpPr/>
          <p:nvPr/>
        </p:nvSpPr>
        <p:spPr>
          <a:xfrm>
            <a:off x="616688" y="254825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3" name="Google Shape;1983;p45"/>
          <p:cNvSpPr/>
          <p:nvPr/>
        </p:nvSpPr>
        <p:spPr>
          <a:xfrm>
            <a:off x="772586" y="254825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4" name="Google Shape;1984;p45"/>
          <p:cNvCxnSpPr/>
          <p:nvPr/>
        </p:nvCxnSpPr>
        <p:spPr>
          <a:xfrm>
            <a:off x="1967808" y="2652182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5" name="Google Shape;1985;p45"/>
          <p:cNvSpPr/>
          <p:nvPr/>
        </p:nvSpPr>
        <p:spPr>
          <a:xfrm>
            <a:off x="2045758" y="254825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ФНС, банки, аудиторы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6" name="Google Shape;1986;p45"/>
          <p:cNvSpPr/>
          <p:nvPr/>
        </p:nvSpPr>
        <p:spPr>
          <a:xfrm>
            <a:off x="616688" y="3119877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5"/>
          <p:cNvSpPr/>
          <p:nvPr/>
        </p:nvSpPr>
        <p:spPr>
          <a:xfrm>
            <a:off x="772586" y="31198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8" name="Google Shape;1988;p45"/>
          <p:cNvCxnSpPr/>
          <p:nvPr/>
        </p:nvCxnSpPr>
        <p:spPr>
          <a:xfrm>
            <a:off x="1967808" y="322380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89" name="Google Shape;1989;p45"/>
          <p:cNvSpPr/>
          <p:nvPr/>
        </p:nvSpPr>
        <p:spPr>
          <a:xfrm>
            <a:off x="2045758" y="31198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Строго регламентированные 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0" name="Google Shape;1990;p45"/>
          <p:cNvSpPr/>
          <p:nvPr/>
        </p:nvSpPr>
        <p:spPr>
          <a:xfrm>
            <a:off x="616688" y="3691504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1" name="Google Shape;1991;p45"/>
          <p:cNvSpPr/>
          <p:nvPr/>
        </p:nvSpPr>
        <p:spPr>
          <a:xfrm>
            <a:off x="772586" y="369150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92" name="Google Shape;1992;p45"/>
          <p:cNvCxnSpPr/>
          <p:nvPr/>
        </p:nvCxnSpPr>
        <p:spPr>
          <a:xfrm>
            <a:off x="1967808" y="3795436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3" name="Google Shape;1993;p45"/>
          <p:cNvSpPr/>
          <p:nvPr/>
        </p:nvSpPr>
        <p:spPr>
          <a:xfrm>
            <a:off x="2045758" y="369150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Да, по закону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4" name="Google Shape;1994;p45"/>
          <p:cNvSpPr/>
          <p:nvPr/>
        </p:nvSpPr>
        <p:spPr>
          <a:xfrm>
            <a:off x="4630025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90217" rotWithShape="0" algn="bl" dir="8100000" dist="36087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9"/>
          </a:p>
        </p:txBody>
      </p:sp>
      <p:sp>
        <p:nvSpPr>
          <p:cNvPr id="1995" name="Google Shape;1995;p45"/>
          <p:cNvSpPr/>
          <p:nvPr/>
        </p:nvSpPr>
        <p:spPr>
          <a:xfrm>
            <a:off x="4630012" y="365675"/>
            <a:ext cx="3897300" cy="9354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6" name="Google Shape;1996;p45"/>
          <p:cNvSpPr/>
          <p:nvPr/>
        </p:nvSpPr>
        <p:spPr>
          <a:xfrm>
            <a:off x="4785908" y="469605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7" name="Google Shape;1997;p45"/>
          <p:cNvSpPr/>
          <p:nvPr/>
        </p:nvSpPr>
        <p:spPr>
          <a:xfrm>
            <a:off x="4785891" y="469600"/>
            <a:ext cx="3585600" cy="260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lang="en" sz="99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 ЗАДАЧУ, ПРОИЗВОЛЬНАЯ, БУДУЩЕЕ</a:t>
            </a:r>
            <a:endParaRPr b="1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8" name="Google Shape;1998;p45"/>
          <p:cNvSpPr/>
          <p:nvPr/>
        </p:nvSpPr>
        <p:spPr>
          <a:xfrm>
            <a:off x="4785908" y="703448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Финансовая модель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9" name="Google Shape;1999;p45"/>
          <p:cNvSpPr/>
          <p:nvPr/>
        </p:nvSpPr>
        <p:spPr>
          <a:xfrm>
            <a:off x="4630012" y="1404977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0" name="Google Shape;2000;p45"/>
          <p:cNvSpPr/>
          <p:nvPr/>
        </p:nvSpPr>
        <p:spPr>
          <a:xfrm>
            <a:off x="4785908" y="14049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1" name="Google Shape;2001;p45"/>
          <p:cNvCxnSpPr/>
          <p:nvPr/>
        </p:nvCxnSpPr>
        <p:spPr>
          <a:xfrm>
            <a:off x="5981108" y="1508907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2" name="Google Shape;2002;p45"/>
          <p:cNvSpPr/>
          <p:nvPr/>
        </p:nvSpPr>
        <p:spPr>
          <a:xfrm>
            <a:off x="6059056" y="14049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Впер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 — в будущее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45"/>
          <p:cNvSpPr/>
          <p:nvPr/>
        </p:nvSpPr>
        <p:spPr>
          <a:xfrm>
            <a:off x="4630012" y="1976592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4" name="Google Shape;2004;p45"/>
          <p:cNvSpPr/>
          <p:nvPr/>
        </p:nvSpPr>
        <p:spPr>
          <a:xfrm>
            <a:off x="4785908" y="1976592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5" name="Google Shape;2005;p45"/>
          <p:cNvCxnSpPr/>
          <p:nvPr/>
        </p:nvCxnSpPr>
        <p:spPr>
          <a:xfrm>
            <a:off x="5981108" y="2080523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06" name="Google Shape;2006;p45"/>
          <p:cNvSpPr/>
          <p:nvPr/>
        </p:nvSpPr>
        <p:spPr>
          <a:xfrm>
            <a:off x="6059056" y="1976592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Основатель / финансист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7" name="Google Shape;2007;p45"/>
          <p:cNvSpPr/>
          <p:nvPr/>
        </p:nvSpPr>
        <p:spPr>
          <a:xfrm>
            <a:off x="4630012" y="2548208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45"/>
          <p:cNvSpPr/>
          <p:nvPr/>
        </p:nvSpPr>
        <p:spPr>
          <a:xfrm>
            <a:off x="4785908" y="2548208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9" name="Google Shape;2009;p45"/>
          <p:cNvCxnSpPr/>
          <p:nvPr/>
        </p:nvCxnSpPr>
        <p:spPr>
          <a:xfrm>
            <a:off x="5981108" y="2652138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0" name="Google Shape;2010;p45"/>
          <p:cNvSpPr/>
          <p:nvPr/>
        </p:nvSpPr>
        <p:spPr>
          <a:xfrm>
            <a:off x="6059056" y="2548208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Инвесторы, банки, вы сами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1" name="Google Shape;2011;p45"/>
          <p:cNvSpPr/>
          <p:nvPr/>
        </p:nvSpPr>
        <p:spPr>
          <a:xfrm>
            <a:off x="4630012" y="3119824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2" name="Google Shape;2012;p45"/>
          <p:cNvSpPr/>
          <p:nvPr/>
        </p:nvSpPr>
        <p:spPr>
          <a:xfrm>
            <a:off x="4785908" y="311982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3" name="Google Shape;2013;p45"/>
          <p:cNvCxnSpPr/>
          <p:nvPr/>
        </p:nvCxnSpPr>
        <p:spPr>
          <a:xfrm>
            <a:off x="5981108" y="3223754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4" name="Google Shape;2014;p45"/>
          <p:cNvSpPr/>
          <p:nvPr/>
        </p:nvSpPr>
        <p:spPr>
          <a:xfrm>
            <a:off x="6059056" y="311982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роизвольные 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5" name="Google Shape;2015;p45"/>
          <p:cNvSpPr/>
          <p:nvPr/>
        </p:nvSpPr>
        <p:spPr>
          <a:xfrm>
            <a:off x="4630012" y="369144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6" name="Google Shape;2016;p45"/>
          <p:cNvSpPr/>
          <p:nvPr/>
        </p:nvSpPr>
        <p:spPr>
          <a:xfrm>
            <a:off x="4785908" y="369144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7" name="Google Shape;2017;p45"/>
          <p:cNvCxnSpPr/>
          <p:nvPr/>
        </p:nvCxnSpPr>
        <p:spPr>
          <a:xfrm>
            <a:off x="5981108" y="3795370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8" name="Google Shape;2018;p45"/>
          <p:cNvSpPr/>
          <p:nvPr/>
        </p:nvSpPr>
        <p:spPr>
          <a:xfrm>
            <a:off x="6059056" y="369144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Нет, но спросит инвестор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9" name="Google Shape;2019;p45"/>
          <p:cNvCxnSpPr/>
          <p:nvPr/>
        </p:nvCxnSpPr>
        <p:spPr>
          <a:xfrm>
            <a:off x="200975" y="943750"/>
            <a:ext cx="832800" cy="8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0" name="Google Shape;2020;p45"/>
          <p:cNvSpPr/>
          <p:nvPr/>
        </p:nvSpPr>
        <p:spPr>
          <a:xfrm>
            <a:off x="438600" y="1856000"/>
            <a:ext cx="8266800" cy="786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4" name="Shape 2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5" name="Google Shape;2025;p46"/>
          <p:cNvSpPr/>
          <p:nvPr/>
        </p:nvSpPr>
        <p:spPr>
          <a:xfrm>
            <a:off x="616700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90219" rotWithShape="0" algn="bl" dir="8100000" dist="36088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6" name="Google Shape;2026;p46"/>
          <p:cNvSpPr/>
          <p:nvPr/>
        </p:nvSpPr>
        <p:spPr>
          <a:xfrm>
            <a:off x="616688" y="365675"/>
            <a:ext cx="3897300" cy="935400"/>
          </a:xfrm>
          <a:prstGeom prst="rect">
            <a:avLst/>
          </a:prstGeom>
          <a:solidFill>
            <a:srgbClr val="553C9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46"/>
          <p:cNvSpPr/>
          <p:nvPr/>
        </p:nvSpPr>
        <p:spPr>
          <a:xfrm>
            <a:off x="772586" y="469607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8" name="Google Shape;2028;p46"/>
          <p:cNvSpPr/>
          <p:nvPr/>
        </p:nvSpPr>
        <p:spPr>
          <a:xfrm>
            <a:off x="772599" y="469625"/>
            <a:ext cx="3585600" cy="2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i="0" lang="en" sz="9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ОБЯЗАТЕЛЬНАЯ, РЕГЛАМЕНТИРОВАННАЯ, ПРОШЛОЕ</a:t>
            </a:r>
            <a:endParaRPr b="0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9" name="Google Shape;2029;p46"/>
          <p:cNvSpPr/>
          <p:nvPr/>
        </p:nvSpPr>
        <p:spPr>
          <a:xfrm>
            <a:off x="772586" y="703454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Бухгалтерская отчётность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46"/>
          <p:cNvSpPr/>
          <p:nvPr/>
        </p:nvSpPr>
        <p:spPr>
          <a:xfrm>
            <a:off x="616688" y="1404996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46"/>
          <p:cNvSpPr/>
          <p:nvPr/>
        </p:nvSpPr>
        <p:spPr>
          <a:xfrm>
            <a:off x="772586" y="1404996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2" name="Google Shape;2032;p46"/>
          <p:cNvCxnSpPr/>
          <p:nvPr/>
        </p:nvCxnSpPr>
        <p:spPr>
          <a:xfrm>
            <a:off x="1967808" y="150892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3" name="Google Shape;2033;p46"/>
          <p:cNvSpPr/>
          <p:nvPr/>
        </p:nvSpPr>
        <p:spPr>
          <a:xfrm>
            <a:off x="2045758" y="1404996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Назад — в прошлое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6"/>
          <p:cNvSpPr/>
          <p:nvPr/>
        </p:nvSpPr>
        <p:spPr>
          <a:xfrm>
            <a:off x="616688" y="1976623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46"/>
          <p:cNvSpPr/>
          <p:nvPr/>
        </p:nvSpPr>
        <p:spPr>
          <a:xfrm>
            <a:off x="772586" y="1976623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36" name="Google Shape;2036;p46"/>
          <p:cNvCxnSpPr/>
          <p:nvPr/>
        </p:nvCxnSpPr>
        <p:spPr>
          <a:xfrm>
            <a:off x="1967808" y="2080555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7" name="Google Shape;2037;p46"/>
          <p:cNvSpPr/>
          <p:nvPr/>
        </p:nvSpPr>
        <p:spPr>
          <a:xfrm>
            <a:off x="2045758" y="1976623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Бухгалтер / аудитор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46"/>
          <p:cNvSpPr/>
          <p:nvPr/>
        </p:nvSpPr>
        <p:spPr>
          <a:xfrm>
            <a:off x="616688" y="254825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46"/>
          <p:cNvSpPr/>
          <p:nvPr/>
        </p:nvSpPr>
        <p:spPr>
          <a:xfrm>
            <a:off x="772586" y="254825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0" name="Google Shape;2040;p46"/>
          <p:cNvCxnSpPr/>
          <p:nvPr/>
        </p:nvCxnSpPr>
        <p:spPr>
          <a:xfrm>
            <a:off x="1967808" y="2652182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1" name="Google Shape;2041;p46"/>
          <p:cNvSpPr/>
          <p:nvPr/>
        </p:nvSpPr>
        <p:spPr>
          <a:xfrm>
            <a:off x="2045758" y="254825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ФНС, банки, аудиторы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46"/>
          <p:cNvSpPr/>
          <p:nvPr/>
        </p:nvSpPr>
        <p:spPr>
          <a:xfrm>
            <a:off x="616688" y="3119877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46"/>
          <p:cNvSpPr/>
          <p:nvPr/>
        </p:nvSpPr>
        <p:spPr>
          <a:xfrm>
            <a:off x="772586" y="31198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4" name="Google Shape;2044;p46"/>
          <p:cNvCxnSpPr/>
          <p:nvPr/>
        </p:nvCxnSpPr>
        <p:spPr>
          <a:xfrm>
            <a:off x="1967808" y="322380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5" name="Google Shape;2045;p46"/>
          <p:cNvSpPr/>
          <p:nvPr/>
        </p:nvSpPr>
        <p:spPr>
          <a:xfrm>
            <a:off x="2045758" y="31198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Строго регламентированные 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6" name="Google Shape;2046;p46"/>
          <p:cNvSpPr/>
          <p:nvPr/>
        </p:nvSpPr>
        <p:spPr>
          <a:xfrm>
            <a:off x="616688" y="3691504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7" name="Google Shape;2047;p46"/>
          <p:cNvSpPr/>
          <p:nvPr/>
        </p:nvSpPr>
        <p:spPr>
          <a:xfrm>
            <a:off x="772586" y="369150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8" name="Google Shape;2048;p46"/>
          <p:cNvCxnSpPr/>
          <p:nvPr/>
        </p:nvCxnSpPr>
        <p:spPr>
          <a:xfrm>
            <a:off x="1967808" y="3795436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49" name="Google Shape;2049;p46"/>
          <p:cNvSpPr/>
          <p:nvPr/>
        </p:nvSpPr>
        <p:spPr>
          <a:xfrm>
            <a:off x="2045758" y="369150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Да, по закону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0" name="Google Shape;2050;p46"/>
          <p:cNvSpPr/>
          <p:nvPr/>
        </p:nvSpPr>
        <p:spPr>
          <a:xfrm>
            <a:off x="4630025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90217" rotWithShape="0" algn="bl" dir="8100000" dist="36087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9"/>
          </a:p>
        </p:txBody>
      </p:sp>
      <p:sp>
        <p:nvSpPr>
          <p:cNvPr id="2051" name="Google Shape;2051;p46"/>
          <p:cNvSpPr/>
          <p:nvPr/>
        </p:nvSpPr>
        <p:spPr>
          <a:xfrm>
            <a:off x="4630012" y="365675"/>
            <a:ext cx="3897300" cy="9354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2" name="Google Shape;2052;p46"/>
          <p:cNvSpPr/>
          <p:nvPr/>
        </p:nvSpPr>
        <p:spPr>
          <a:xfrm>
            <a:off x="4785908" y="469605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3" name="Google Shape;2053;p46"/>
          <p:cNvSpPr/>
          <p:nvPr/>
        </p:nvSpPr>
        <p:spPr>
          <a:xfrm>
            <a:off x="4785891" y="469600"/>
            <a:ext cx="3585600" cy="260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lang="en" sz="99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 ЗАДАЧУ, ПРОИЗВОЛЬНАЯ, БУДУЩЕЕ</a:t>
            </a:r>
            <a:endParaRPr b="1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4" name="Google Shape;2054;p46"/>
          <p:cNvSpPr/>
          <p:nvPr/>
        </p:nvSpPr>
        <p:spPr>
          <a:xfrm>
            <a:off x="4785908" y="703448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Финансовая модель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46"/>
          <p:cNvSpPr/>
          <p:nvPr/>
        </p:nvSpPr>
        <p:spPr>
          <a:xfrm>
            <a:off x="4630012" y="1404977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46"/>
          <p:cNvSpPr/>
          <p:nvPr/>
        </p:nvSpPr>
        <p:spPr>
          <a:xfrm>
            <a:off x="4785908" y="14049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7" name="Google Shape;2057;p46"/>
          <p:cNvCxnSpPr/>
          <p:nvPr/>
        </p:nvCxnSpPr>
        <p:spPr>
          <a:xfrm>
            <a:off x="5981108" y="1508907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8" name="Google Shape;2058;p46"/>
          <p:cNvSpPr/>
          <p:nvPr/>
        </p:nvSpPr>
        <p:spPr>
          <a:xfrm>
            <a:off x="6059056" y="14049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Впер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 — в будущее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46"/>
          <p:cNvSpPr/>
          <p:nvPr/>
        </p:nvSpPr>
        <p:spPr>
          <a:xfrm>
            <a:off x="4630012" y="1976592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6"/>
          <p:cNvSpPr/>
          <p:nvPr/>
        </p:nvSpPr>
        <p:spPr>
          <a:xfrm>
            <a:off x="4785908" y="1976592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1" name="Google Shape;2061;p46"/>
          <p:cNvCxnSpPr/>
          <p:nvPr/>
        </p:nvCxnSpPr>
        <p:spPr>
          <a:xfrm>
            <a:off x="5981108" y="2080523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2" name="Google Shape;2062;p46"/>
          <p:cNvSpPr/>
          <p:nvPr/>
        </p:nvSpPr>
        <p:spPr>
          <a:xfrm>
            <a:off x="6059056" y="1976592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Основатель / финансист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46"/>
          <p:cNvSpPr/>
          <p:nvPr/>
        </p:nvSpPr>
        <p:spPr>
          <a:xfrm>
            <a:off x="4630012" y="2548208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46"/>
          <p:cNvSpPr/>
          <p:nvPr/>
        </p:nvSpPr>
        <p:spPr>
          <a:xfrm>
            <a:off x="4785908" y="2548208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5" name="Google Shape;2065;p46"/>
          <p:cNvCxnSpPr/>
          <p:nvPr/>
        </p:nvCxnSpPr>
        <p:spPr>
          <a:xfrm>
            <a:off x="5981108" y="2652138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6" name="Google Shape;2066;p46"/>
          <p:cNvSpPr/>
          <p:nvPr/>
        </p:nvSpPr>
        <p:spPr>
          <a:xfrm>
            <a:off x="6059056" y="2548208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Инвесторы, банки, вы сами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46"/>
          <p:cNvSpPr/>
          <p:nvPr/>
        </p:nvSpPr>
        <p:spPr>
          <a:xfrm>
            <a:off x="4630012" y="3119824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46"/>
          <p:cNvSpPr/>
          <p:nvPr/>
        </p:nvSpPr>
        <p:spPr>
          <a:xfrm>
            <a:off x="4785908" y="311982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9" name="Google Shape;2069;p46"/>
          <p:cNvCxnSpPr/>
          <p:nvPr/>
        </p:nvCxnSpPr>
        <p:spPr>
          <a:xfrm>
            <a:off x="5981108" y="3223754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0" name="Google Shape;2070;p46"/>
          <p:cNvSpPr/>
          <p:nvPr/>
        </p:nvSpPr>
        <p:spPr>
          <a:xfrm>
            <a:off x="6059056" y="311982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роизвольные 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46"/>
          <p:cNvSpPr/>
          <p:nvPr/>
        </p:nvSpPr>
        <p:spPr>
          <a:xfrm>
            <a:off x="4630012" y="369144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46"/>
          <p:cNvSpPr/>
          <p:nvPr/>
        </p:nvSpPr>
        <p:spPr>
          <a:xfrm>
            <a:off x="4785908" y="369144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3" name="Google Shape;2073;p46"/>
          <p:cNvCxnSpPr/>
          <p:nvPr/>
        </p:nvCxnSpPr>
        <p:spPr>
          <a:xfrm>
            <a:off x="5981108" y="3795370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4" name="Google Shape;2074;p46"/>
          <p:cNvSpPr/>
          <p:nvPr/>
        </p:nvSpPr>
        <p:spPr>
          <a:xfrm>
            <a:off x="6059056" y="369144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Нет, но спросит инвестор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75" name="Google Shape;2075;p46"/>
          <p:cNvCxnSpPr/>
          <p:nvPr/>
        </p:nvCxnSpPr>
        <p:spPr>
          <a:xfrm>
            <a:off x="200975" y="943750"/>
            <a:ext cx="832800" cy="8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6" name="Google Shape;2076;p46"/>
          <p:cNvSpPr/>
          <p:nvPr/>
        </p:nvSpPr>
        <p:spPr>
          <a:xfrm>
            <a:off x="438600" y="2427800"/>
            <a:ext cx="8266800" cy="786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0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p47"/>
          <p:cNvSpPr/>
          <p:nvPr/>
        </p:nvSpPr>
        <p:spPr>
          <a:xfrm>
            <a:off x="616700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90219" rotWithShape="0" algn="bl" dir="8100000" dist="36088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47"/>
          <p:cNvSpPr/>
          <p:nvPr/>
        </p:nvSpPr>
        <p:spPr>
          <a:xfrm>
            <a:off x="616688" y="365675"/>
            <a:ext cx="3897300" cy="935400"/>
          </a:xfrm>
          <a:prstGeom prst="rect">
            <a:avLst/>
          </a:prstGeom>
          <a:solidFill>
            <a:srgbClr val="553C9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47"/>
          <p:cNvSpPr/>
          <p:nvPr/>
        </p:nvSpPr>
        <p:spPr>
          <a:xfrm>
            <a:off x="772586" y="469607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47"/>
          <p:cNvSpPr/>
          <p:nvPr/>
        </p:nvSpPr>
        <p:spPr>
          <a:xfrm>
            <a:off x="772599" y="469625"/>
            <a:ext cx="3585600" cy="2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i="0" lang="en" sz="9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ОБЯЗАТЕЛЬНАЯ, РЕГЛАМЕНТИРОВАННАЯ, ПРОШЛОЕ</a:t>
            </a:r>
            <a:endParaRPr b="0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47"/>
          <p:cNvSpPr/>
          <p:nvPr/>
        </p:nvSpPr>
        <p:spPr>
          <a:xfrm>
            <a:off x="772586" y="703454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Бухгалтерская отчётность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6" name="Google Shape;2086;p47"/>
          <p:cNvSpPr/>
          <p:nvPr/>
        </p:nvSpPr>
        <p:spPr>
          <a:xfrm>
            <a:off x="616688" y="1404996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7" name="Google Shape;2087;p47"/>
          <p:cNvSpPr/>
          <p:nvPr/>
        </p:nvSpPr>
        <p:spPr>
          <a:xfrm>
            <a:off x="772586" y="1404996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88" name="Google Shape;2088;p47"/>
          <p:cNvCxnSpPr/>
          <p:nvPr/>
        </p:nvCxnSpPr>
        <p:spPr>
          <a:xfrm>
            <a:off x="1967808" y="150892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9" name="Google Shape;2089;p47"/>
          <p:cNvSpPr/>
          <p:nvPr/>
        </p:nvSpPr>
        <p:spPr>
          <a:xfrm>
            <a:off x="2045758" y="1404996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Назад — в прошлое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0" name="Google Shape;2090;p47"/>
          <p:cNvSpPr/>
          <p:nvPr/>
        </p:nvSpPr>
        <p:spPr>
          <a:xfrm>
            <a:off x="616688" y="1976623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1" name="Google Shape;2091;p47"/>
          <p:cNvSpPr/>
          <p:nvPr/>
        </p:nvSpPr>
        <p:spPr>
          <a:xfrm>
            <a:off x="772586" y="1976623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2" name="Google Shape;2092;p47"/>
          <p:cNvCxnSpPr/>
          <p:nvPr/>
        </p:nvCxnSpPr>
        <p:spPr>
          <a:xfrm>
            <a:off x="1967808" y="2080555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3" name="Google Shape;2093;p47"/>
          <p:cNvSpPr/>
          <p:nvPr/>
        </p:nvSpPr>
        <p:spPr>
          <a:xfrm>
            <a:off x="2045758" y="1976623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Бухгалтер / аудитор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4" name="Google Shape;2094;p47"/>
          <p:cNvSpPr/>
          <p:nvPr/>
        </p:nvSpPr>
        <p:spPr>
          <a:xfrm>
            <a:off x="616688" y="254825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47"/>
          <p:cNvSpPr/>
          <p:nvPr/>
        </p:nvSpPr>
        <p:spPr>
          <a:xfrm>
            <a:off x="772586" y="254825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6" name="Google Shape;2096;p47"/>
          <p:cNvCxnSpPr/>
          <p:nvPr/>
        </p:nvCxnSpPr>
        <p:spPr>
          <a:xfrm>
            <a:off x="1967808" y="2652182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7" name="Google Shape;2097;p47"/>
          <p:cNvSpPr/>
          <p:nvPr/>
        </p:nvSpPr>
        <p:spPr>
          <a:xfrm>
            <a:off x="2045758" y="254825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ФНС, банки, аудиторы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8" name="Google Shape;2098;p47"/>
          <p:cNvSpPr/>
          <p:nvPr/>
        </p:nvSpPr>
        <p:spPr>
          <a:xfrm>
            <a:off x="616688" y="3119877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9" name="Google Shape;2099;p47"/>
          <p:cNvSpPr/>
          <p:nvPr/>
        </p:nvSpPr>
        <p:spPr>
          <a:xfrm>
            <a:off x="772586" y="31198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0" name="Google Shape;2100;p47"/>
          <p:cNvCxnSpPr/>
          <p:nvPr/>
        </p:nvCxnSpPr>
        <p:spPr>
          <a:xfrm>
            <a:off x="1967808" y="322380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1" name="Google Shape;2101;p47"/>
          <p:cNvSpPr/>
          <p:nvPr/>
        </p:nvSpPr>
        <p:spPr>
          <a:xfrm>
            <a:off x="2045758" y="31198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Строго регламентированные 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47"/>
          <p:cNvSpPr/>
          <p:nvPr/>
        </p:nvSpPr>
        <p:spPr>
          <a:xfrm>
            <a:off x="616688" y="3691504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47"/>
          <p:cNvSpPr/>
          <p:nvPr/>
        </p:nvSpPr>
        <p:spPr>
          <a:xfrm>
            <a:off x="772586" y="369150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04" name="Google Shape;2104;p47"/>
          <p:cNvCxnSpPr/>
          <p:nvPr/>
        </p:nvCxnSpPr>
        <p:spPr>
          <a:xfrm>
            <a:off x="1967808" y="3795436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5" name="Google Shape;2105;p47"/>
          <p:cNvSpPr/>
          <p:nvPr/>
        </p:nvSpPr>
        <p:spPr>
          <a:xfrm>
            <a:off x="2045758" y="369150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Да, по закону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7"/>
          <p:cNvSpPr/>
          <p:nvPr/>
        </p:nvSpPr>
        <p:spPr>
          <a:xfrm>
            <a:off x="4630025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90217" rotWithShape="0" algn="bl" dir="8100000" dist="36087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9"/>
          </a:p>
        </p:txBody>
      </p:sp>
      <p:sp>
        <p:nvSpPr>
          <p:cNvPr id="2107" name="Google Shape;2107;p47"/>
          <p:cNvSpPr/>
          <p:nvPr/>
        </p:nvSpPr>
        <p:spPr>
          <a:xfrm>
            <a:off x="4630012" y="365675"/>
            <a:ext cx="3897300" cy="9354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47"/>
          <p:cNvSpPr/>
          <p:nvPr/>
        </p:nvSpPr>
        <p:spPr>
          <a:xfrm>
            <a:off x="4785908" y="469605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47"/>
          <p:cNvSpPr/>
          <p:nvPr/>
        </p:nvSpPr>
        <p:spPr>
          <a:xfrm>
            <a:off x="4785891" y="469600"/>
            <a:ext cx="3585600" cy="260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lang="en" sz="99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 ЗАДАЧУ, ПРОИЗВОЛЬНАЯ, БУДУЩЕЕ</a:t>
            </a:r>
            <a:endParaRPr b="1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47"/>
          <p:cNvSpPr/>
          <p:nvPr/>
        </p:nvSpPr>
        <p:spPr>
          <a:xfrm>
            <a:off x="4785908" y="703448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Финансовая модель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1" name="Google Shape;2111;p47"/>
          <p:cNvSpPr/>
          <p:nvPr/>
        </p:nvSpPr>
        <p:spPr>
          <a:xfrm>
            <a:off x="4630012" y="1404977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2" name="Google Shape;2112;p47"/>
          <p:cNvSpPr/>
          <p:nvPr/>
        </p:nvSpPr>
        <p:spPr>
          <a:xfrm>
            <a:off x="4785908" y="14049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3" name="Google Shape;2113;p47"/>
          <p:cNvCxnSpPr/>
          <p:nvPr/>
        </p:nvCxnSpPr>
        <p:spPr>
          <a:xfrm>
            <a:off x="5981108" y="1508907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4" name="Google Shape;2114;p47"/>
          <p:cNvSpPr/>
          <p:nvPr/>
        </p:nvSpPr>
        <p:spPr>
          <a:xfrm>
            <a:off x="6059056" y="14049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Впер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 — в будущее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5" name="Google Shape;2115;p47"/>
          <p:cNvSpPr/>
          <p:nvPr/>
        </p:nvSpPr>
        <p:spPr>
          <a:xfrm>
            <a:off x="4630012" y="1976592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47"/>
          <p:cNvSpPr/>
          <p:nvPr/>
        </p:nvSpPr>
        <p:spPr>
          <a:xfrm>
            <a:off x="4785908" y="1976592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17" name="Google Shape;2117;p47"/>
          <p:cNvCxnSpPr/>
          <p:nvPr/>
        </p:nvCxnSpPr>
        <p:spPr>
          <a:xfrm>
            <a:off x="5981108" y="2080523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8" name="Google Shape;2118;p47"/>
          <p:cNvSpPr/>
          <p:nvPr/>
        </p:nvSpPr>
        <p:spPr>
          <a:xfrm>
            <a:off x="6059056" y="1976592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Основатель / финансист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9" name="Google Shape;2119;p47"/>
          <p:cNvSpPr/>
          <p:nvPr/>
        </p:nvSpPr>
        <p:spPr>
          <a:xfrm>
            <a:off x="4630012" y="2548208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0" name="Google Shape;2120;p47"/>
          <p:cNvSpPr/>
          <p:nvPr/>
        </p:nvSpPr>
        <p:spPr>
          <a:xfrm>
            <a:off x="4785908" y="2548208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1" name="Google Shape;2121;p47"/>
          <p:cNvCxnSpPr/>
          <p:nvPr/>
        </p:nvCxnSpPr>
        <p:spPr>
          <a:xfrm>
            <a:off x="5981108" y="2652138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2" name="Google Shape;2122;p47"/>
          <p:cNvSpPr/>
          <p:nvPr/>
        </p:nvSpPr>
        <p:spPr>
          <a:xfrm>
            <a:off x="6059056" y="2548208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Инвесторы, банки, вы сами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3" name="Google Shape;2123;p47"/>
          <p:cNvSpPr/>
          <p:nvPr/>
        </p:nvSpPr>
        <p:spPr>
          <a:xfrm>
            <a:off x="4630012" y="3119824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4" name="Google Shape;2124;p47"/>
          <p:cNvSpPr/>
          <p:nvPr/>
        </p:nvSpPr>
        <p:spPr>
          <a:xfrm>
            <a:off x="4785908" y="311982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5" name="Google Shape;2125;p47"/>
          <p:cNvCxnSpPr/>
          <p:nvPr/>
        </p:nvCxnSpPr>
        <p:spPr>
          <a:xfrm>
            <a:off x="5981108" y="3223754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6" name="Google Shape;2126;p47"/>
          <p:cNvSpPr/>
          <p:nvPr/>
        </p:nvSpPr>
        <p:spPr>
          <a:xfrm>
            <a:off x="6059056" y="311982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роизвольные 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7" name="Google Shape;2127;p47"/>
          <p:cNvSpPr/>
          <p:nvPr/>
        </p:nvSpPr>
        <p:spPr>
          <a:xfrm>
            <a:off x="4630012" y="369144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8" name="Google Shape;2128;p47"/>
          <p:cNvSpPr/>
          <p:nvPr/>
        </p:nvSpPr>
        <p:spPr>
          <a:xfrm>
            <a:off x="4785908" y="369144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9" name="Google Shape;2129;p47"/>
          <p:cNvCxnSpPr/>
          <p:nvPr/>
        </p:nvCxnSpPr>
        <p:spPr>
          <a:xfrm>
            <a:off x="5981108" y="3795370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0" name="Google Shape;2130;p47"/>
          <p:cNvSpPr/>
          <p:nvPr/>
        </p:nvSpPr>
        <p:spPr>
          <a:xfrm>
            <a:off x="6059056" y="369144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Нет, но спросит инвестор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1" name="Google Shape;2131;p47"/>
          <p:cNvCxnSpPr/>
          <p:nvPr/>
        </p:nvCxnSpPr>
        <p:spPr>
          <a:xfrm>
            <a:off x="200975" y="943750"/>
            <a:ext cx="832800" cy="8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2" name="Google Shape;2132;p47"/>
          <p:cNvSpPr/>
          <p:nvPr/>
        </p:nvSpPr>
        <p:spPr>
          <a:xfrm>
            <a:off x="438600" y="3612450"/>
            <a:ext cx="8266800" cy="786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6" name="Shape 2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Google Shape;2137;p48"/>
          <p:cNvSpPr/>
          <p:nvPr/>
        </p:nvSpPr>
        <p:spPr>
          <a:xfrm>
            <a:off x="616700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90219" rotWithShape="0" algn="bl" dir="8100000" dist="36088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8" name="Google Shape;2138;p48"/>
          <p:cNvSpPr/>
          <p:nvPr/>
        </p:nvSpPr>
        <p:spPr>
          <a:xfrm>
            <a:off x="616688" y="365675"/>
            <a:ext cx="3897300" cy="935400"/>
          </a:xfrm>
          <a:prstGeom prst="rect">
            <a:avLst/>
          </a:prstGeom>
          <a:solidFill>
            <a:srgbClr val="553C9A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9" name="Google Shape;2139;p48"/>
          <p:cNvSpPr/>
          <p:nvPr/>
        </p:nvSpPr>
        <p:spPr>
          <a:xfrm>
            <a:off x="772586" y="469607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0" name="Google Shape;2140;p48"/>
          <p:cNvSpPr/>
          <p:nvPr/>
        </p:nvSpPr>
        <p:spPr>
          <a:xfrm>
            <a:off x="772599" y="469625"/>
            <a:ext cx="3585600" cy="260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i="0" lang="en" sz="995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ОБЯЗАТЕЛЬНАЯ, РЕГЛАМЕНТИРОВАННАЯ, ПРОШЛОЕ</a:t>
            </a:r>
            <a:endParaRPr b="0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1" name="Google Shape;2141;p48"/>
          <p:cNvSpPr/>
          <p:nvPr/>
        </p:nvSpPr>
        <p:spPr>
          <a:xfrm>
            <a:off x="772586" y="703454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Бухгалтерская отчётность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2" name="Google Shape;2142;p48"/>
          <p:cNvSpPr/>
          <p:nvPr/>
        </p:nvSpPr>
        <p:spPr>
          <a:xfrm>
            <a:off x="616688" y="1404996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3" name="Google Shape;2143;p48"/>
          <p:cNvSpPr/>
          <p:nvPr/>
        </p:nvSpPr>
        <p:spPr>
          <a:xfrm>
            <a:off x="772586" y="1404996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4" name="Google Shape;2144;p48"/>
          <p:cNvCxnSpPr/>
          <p:nvPr/>
        </p:nvCxnSpPr>
        <p:spPr>
          <a:xfrm>
            <a:off x="1967808" y="150892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5" name="Google Shape;2145;p48"/>
          <p:cNvSpPr/>
          <p:nvPr/>
        </p:nvSpPr>
        <p:spPr>
          <a:xfrm>
            <a:off x="2045758" y="1404996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Назад — в прошлое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48"/>
          <p:cNvSpPr/>
          <p:nvPr/>
        </p:nvSpPr>
        <p:spPr>
          <a:xfrm>
            <a:off x="616688" y="1976623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7" name="Google Shape;2147;p48"/>
          <p:cNvSpPr/>
          <p:nvPr/>
        </p:nvSpPr>
        <p:spPr>
          <a:xfrm>
            <a:off x="772586" y="1976623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48" name="Google Shape;2148;p48"/>
          <p:cNvCxnSpPr/>
          <p:nvPr/>
        </p:nvCxnSpPr>
        <p:spPr>
          <a:xfrm>
            <a:off x="1967808" y="2080555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9" name="Google Shape;2149;p48"/>
          <p:cNvSpPr/>
          <p:nvPr/>
        </p:nvSpPr>
        <p:spPr>
          <a:xfrm>
            <a:off x="2045758" y="1976623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Бухгалтер / аудитор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0" name="Google Shape;2150;p48"/>
          <p:cNvSpPr/>
          <p:nvPr/>
        </p:nvSpPr>
        <p:spPr>
          <a:xfrm>
            <a:off x="616688" y="254825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48"/>
          <p:cNvSpPr/>
          <p:nvPr/>
        </p:nvSpPr>
        <p:spPr>
          <a:xfrm>
            <a:off x="772586" y="254825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2" name="Google Shape;2152;p48"/>
          <p:cNvCxnSpPr/>
          <p:nvPr/>
        </p:nvCxnSpPr>
        <p:spPr>
          <a:xfrm>
            <a:off x="1967808" y="2652182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3" name="Google Shape;2153;p48"/>
          <p:cNvSpPr/>
          <p:nvPr/>
        </p:nvSpPr>
        <p:spPr>
          <a:xfrm>
            <a:off x="2045758" y="254825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ФНС, банки, аудиторы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4" name="Google Shape;2154;p48"/>
          <p:cNvSpPr/>
          <p:nvPr/>
        </p:nvSpPr>
        <p:spPr>
          <a:xfrm>
            <a:off x="616688" y="3119877"/>
            <a:ext cx="3897300" cy="545700"/>
          </a:xfrm>
          <a:prstGeom prst="rect">
            <a:avLst/>
          </a:prstGeom>
          <a:solidFill>
            <a:srgbClr val="EEEDFE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5" name="Google Shape;2155;p48"/>
          <p:cNvSpPr/>
          <p:nvPr/>
        </p:nvSpPr>
        <p:spPr>
          <a:xfrm>
            <a:off x="772586" y="31198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6" name="Google Shape;2156;p48"/>
          <p:cNvCxnSpPr/>
          <p:nvPr/>
        </p:nvCxnSpPr>
        <p:spPr>
          <a:xfrm>
            <a:off x="1967808" y="3223809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7" name="Google Shape;2157;p48"/>
          <p:cNvSpPr/>
          <p:nvPr/>
        </p:nvSpPr>
        <p:spPr>
          <a:xfrm>
            <a:off x="2045758" y="31198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lang="en" sz="13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Строго регламентированные </a:t>
            </a:r>
            <a:r>
              <a:rPr b="1" i="0" lang="en" sz="13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1" i="0" sz="1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8" name="Google Shape;2158;p48"/>
          <p:cNvSpPr/>
          <p:nvPr/>
        </p:nvSpPr>
        <p:spPr>
          <a:xfrm>
            <a:off x="616688" y="3691504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9" name="Google Shape;2159;p48"/>
          <p:cNvSpPr/>
          <p:nvPr/>
        </p:nvSpPr>
        <p:spPr>
          <a:xfrm>
            <a:off x="772586" y="369150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3C9A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553C9A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0" name="Google Shape;2160;p48"/>
          <p:cNvCxnSpPr/>
          <p:nvPr/>
        </p:nvCxnSpPr>
        <p:spPr>
          <a:xfrm>
            <a:off x="1967808" y="3795436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1" name="Google Shape;2161;p48"/>
          <p:cNvSpPr/>
          <p:nvPr/>
        </p:nvSpPr>
        <p:spPr>
          <a:xfrm>
            <a:off x="2045758" y="369150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Да, по закону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2" name="Google Shape;2162;p48"/>
          <p:cNvSpPr/>
          <p:nvPr/>
        </p:nvSpPr>
        <p:spPr>
          <a:xfrm>
            <a:off x="4630025" y="365675"/>
            <a:ext cx="3897300" cy="38715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  <a:effectLst>
            <a:outerShdw blurRad="90217" rotWithShape="0" algn="bl" dir="8100000" dist="36087">
              <a:srgbClr val="000000">
                <a:alpha val="7840"/>
              </a:srgbClr>
            </a:outerShdw>
          </a:effectLst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89"/>
          </a:p>
        </p:txBody>
      </p:sp>
      <p:sp>
        <p:nvSpPr>
          <p:cNvPr id="2163" name="Google Shape;2163;p48"/>
          <p:cNvSpPr/>
          <p:nvPr/>
        </p:nvSpPr>
        <p:spPr>
          <a:xfrm>
            <a:off x="4630012" y="365675"/>
            <a:ext cx="3897300" cy="935400"/>
          </a:xfrm>
          <a:prstGeom prst="rect">
            <a:avLst/>
          </a:prstGeom>
          <a:solidFill>
            <a:srgbClr val="F5A62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48"/>
          <p:cNvSpPr/>
          <p:nvPr/>
        </p:nvSpPr>
        <p:spPr>
          <a:xfrm>
            <a:off x="4785908" y="469605"/>
            <a:ext cx="1689000" cy="260100"/>
          </a:xfrm>
          <a:prstGeom prst="rect">
            <a:avLst/>
          </a:prstGeom>
          <a:solidFill>
            <a:srgbClr val="FFFFFF">
              <a:alpha val="25099"/>
            </a:srgbClr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48"/>
          <p:cNvSpPr/>
          <p:nvPr/>
        </p:nvSpPr>
        <p:spPr>
          <a:xfrm>
            <a:off x="4785891" y="469600"/>
            <a:ext cx="3585600" cy="2601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95"/>
              <a:buFont typeface="Calibri"/>
              <a:buNone/>
            </a:pPr>
            <a:r>
              <a:rPr b="1" lang="en" sz="99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ПОД ЗАДАЧУ, ПРОИЗВОЛЬНАЯ, БУДУЩЕЕ</a:t>
            </a:r>
            <a:endParaRPr b="1" i="0" sz="995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6" name="Google Shape;2166;p48"/>
          <p:cNvSpPr/>
          <p:nvPr/>
        </p:nvSpPr>
        <p:spPr>
          <a:xfrm>
            <a:off x="4785908" y="703448"/>
            <a:ext cx="35856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76"/>
              <a:buFont typeface="Calibri"/>
              <a:buNone/>
            </a:pPr>
            <a:r>
              <a:rPr b="1" i="0" lang="en" sz="1776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Финансовая модель</a:t>
            </a:r>
            <a:endParaRPr b="0" i="0" sz="1776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8"/>
          <p:cNvSpPr/>
          <p:nvPr/>
        </p:nvSpPr>
        <p:spPr>
          <a:xfrm>
            <a:off x="4630012" y="1404977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8"/>
          <p:cNvSpPr/>
          <p:nvPr/>
        </p:nvSpPr>
        <p:spPr>
          <a:xfrm>
            <a:off x="4785908" y="1404977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Смотрит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9" name="Google Shape;2169;p48"/>
          <p:cNvCxnSpPr/>
          <p:nvPr/>
        </p:nvCxnSpPr>
        <p:spPr>
          <a:xfrm>
            <a:off x="5981108" y="1508907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0" name="Google Shape;2170;p48"/>
          <p:cNvSpPr/>
          <p:nvPr/>
        </p:nvSpPr>
        <p:spPr>
          <a:xfrm>
            <a:off x="6059056" y="1404977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Впер</a:t>
            </a:r>
            <a:r>
              <a:rPr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е</a:t>
            </a: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 — в будущее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8"/>
          <p:cNvSpPr/>
          <p:nvPr/>
        </p:nvSpPr>
        <p:spPr>
          <a:xfrm>
            <a:off x="4630012" y="1976592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48"/>
          <p:cNvSpPr/>
          <p:nvPr/>
        </p:nvSpPr>
        <p:spPr>
          <a:xfrm>
            <a:off x="4785908" y="1976592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Кто делает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3" name="Google Shape;2173;p48"/>
          <p:cNvCxnSpPr/>
          <p:nvPr/>
        </p:nvCxnSpPr>
        <p:spPr>
          <a:xfrm>
            <a:off x="5981108" y="2080523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4" name="Google Shape;2174;p48"/>
          <p:cNvSpPr/>
          <p:nvPr/>
        </p:nvSpPr>
        <p:spPr>
          <a:xfrm>
            <a:off x="6059056" y="1976592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Основатель / финансист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8"/>
          <p:cNvSpPr/>
          <p:nvPr/>
        </p:nvSpPr>
        <p:spPr>
          <a:xfrm>
            <a:off x="4630012" y="2548208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8"/>
          <p:cNvSpPr/>
          <p:nvPr/>
        </p:nvSpPr>
        <p:spPr>
          <a:xfrm>
            <a:off x="4785908" y="2548208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Для кого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77" name="Google Shape;2177;p48"/>
          <p:cNvCxnSpPr/>
          <p:nvPr/>
        </p:nvCxnSpPr>
        <p:spPr>
          <a:xfrm>
            <a:off x="5981108" y="2652138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8" name="Google Shape;2178;p48"/>
          <p:cNvSpPr/>
          <p:nvPr/>
        </p:nvSpPr>
        <p:spPr>
          <a:xfrm>
            <a:off x="6059056" y="2548208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Инвесторы, банки, вы сами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48"/>
          <p:cNvSpPr/>
          <p:nvPr/>
        </p:nvSpPr>
        <p:spPr>
          <a:xfrm>
            <a:off x="4630012" y="3119824"/>
            <a:ext cx="3897300" cy="545700"/>
          </a:xfrm>
          <a:prstGeom prst="rect">
            <a:avLst/>
          </a:prstGeom>
          <a:solidFill>
            <a:srgbClr val="FEF9E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48"/>
          <p:cNvSpPr/>
          <p:nvPr/>
        </p:nvSpPr>
        <p:spPr>
          <a:xfrm>
            <a:off x="4785908" y="3119824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4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Включает</a:t>
            </a:r>
            <a:endParaRPr b="1" i="0" sz="14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1" name="Google Shape;2181;p48"/>
          <p:cNvCxnSpPr/>
          <p:nvPr/>
        </p:nvCxnSpPr>
        <p:spPr>
          <a:xfrm>
            <a:off x="5981108" y="3223754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2" name="Google Shape;2182;p48"/>
          <p:cNvSpPr/>
          <p:nvPr/>
        </p:nvSpPr>
        <p:spPr>
          <a:xfrm>
            <a:off x="6059056" y="3119824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1"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b="1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роизвольные </a:t>
            </a:r>
            <a:r>
              <a:rPr b="1" lang="en" sz="135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Баланс, ОПиУ, ОДДС</a:t>
            </a:r>
            <a:endParaRPr b="1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48"/>
          <p:cNvSpPr/>
          <p:nvPr/>
        </p:nvSpPr>
        <p:spPr>
          <a:xfrm>
            <a:off x="4630012" y="3691440"/>
            <a:ext cx="3897300" cy="545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9900" lIns="129900" spcFirstLastPara="1" rIns="129900" wrap="square" tIns="129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48"/>
          <p:cNvSpPr/>
          <p:nvPr/>
        </p:nvSpPr>
        <p:spPr>
          <a:xfrm>
            <a:off x="4785908" y="3691440"/>
            <a:ext cx="11694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50"/>
              <a:buFont typeface="Calibri"/>
              <a:buNone/>
            </a:pPr>
            <a:r>
              <a:rPr b="1" i="0" lang="en" sz="1350" u="none" cap="none" strike="noStrik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Обязательно?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5" name="Google Shape;2185;p48"/>
          <p:cNvCxnSpPr/>
          <p:nvPr/>
        </p:nvCxnSpPr>
        <p:spPr>
          <a:xfrm>
            <a:off x="5981108" y="3795370"/>
            <a:ext cx="0" cy="337500"/>
          </a:xfrm>
          <a:prstGeom prst="straightConnector1">
            <a:avLst/>
          </a:prstGeom>
          <a:noFill/>
          <a:ln cap="flat" cmpd="sng" w="13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6" name="Google Shape;2186;p48"/>
          <p:cNvSpPr/>
          <p:nvPr/>
        </p:nvSpPr>
        <p:spPr>
          <a:xfrm>
            <a:off x="6059056" y="3691440"/>
            <a:ext cx="2312100" cy="5457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350"/>
              <a:buFont typeface="Calibri"/>
              <a:buNone/>
            </a:pPr>
            <a:r>
              <a:rPr b="0" i="0" lang="en" sz="13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Нет, но спросит инвестор</a:t>
            </a:r>
            <a:endParaRPr b="0" i="0" sz="13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7" name="Google Shape;2187;p48"/>
          <p:cNvCxnSpPr/>
          <p:nvPr/>
        </p:nvCxnSpPr>
        <p:spPr>
          <a:xfrm>
            <a:off x="200975" y="943750"/>
            <a:ext cx="832800" cy="83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8" name="Google Shape;2188;p48"/>
          <p:cNvSpPr/>
          <p:nvPr/>
        </p:nvSpPr>
        <p:spPr>
          <a:xfrm>
            <a:off x="438600" y="2999213"/>
            <a:ext cx="8266800" cy="786600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2" name="Shape 2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3" name="Google Shape;2193;p49"/>
          <p:cNvSpPr txBox="1"/>
          <p:nvPr>
            <p:ph idx="4" type="subTitle"/>
          </p:nvPr>
        </p:nvSpPr>
        <p:spPr>
          <a:xfrm>
            <a:off x="882138" y="825375"/>
            <a:ext cx="6681300" cy="145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Ваши вопросы</a:t>
            </a:r>
            <a:endParaRPr sz="3800"/>
          </a:p>
        </p:txBody>
      </p:sp>
      <p:grpSp>
        <p:nvGrpSpPr>
          <p:cNvPr id="2194" name="Google Shape;2194;p49"/>
          <p:cNvGrpSpPr/>
          <p:nvPr/>
        </p:nvGrpSpPr>
        <p:grpSpPr>
          <a:xfrm>
            <a:off x="3315287" y="2844136"/>
            <a:ext cx="1815021" cy="2100043"/>
            <a:chOff x="713221" y="502143"/>
            <a:chExt cx="2987197" cy="3456293"/>
          </a:xfrm>
        </p:grpSpPr>
        <p:grpSp>
          <p:nvGrpSpPr>
            <p:cNvPr id="2195" name="Google Shape;2195;p49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2196" name="Google Shape;2196;p49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7" name="Google Shape;2197;p49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8" name="Google Shape;2198;p49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9" name="Google Shape;2199;p49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0" name="Google Shape;2200;p49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49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49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3" name="Google Shape;2203;p49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4" name="Google Shape;2204;p49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5" name="Google Shape;2205;p49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6" name="Google Shape;2206;p49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7" name="Google Shape;2207;p49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8" name="Google Shape;2208;p49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9" name="Google Shape;2209;p49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0" name="Google Shape;2210;p49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1" name="Google Shape;2211;p49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2" name="Google Shape;2212;p49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3" name="Google Shape;2213;p49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4" name="Google Shape;2214;p49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5" name="Google Shape;2215;p49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2216" name="Google Shape;2216;p49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7" name="Google Shape;2217;p49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18" name="Google Shape;2218;p49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9" name="Google Shape;2219;p49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0" name="Google Shape;2220;p49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27750" lIns="55575" spcFirstLastPara="1" rIns="55575" wrap="square" tIns="2775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94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21" name="Google Shape;2221;p49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2222" name="Google Shape;2222;p49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49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4" name="Google Shape;2224;p49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5" name="Google Shape;2225;p49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6" name="Google Shape;2226;p49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7" name="Google Shape;2227;p49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8" name="Google Shape;2228;p49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9" name="Google Shape;2229;p49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0" name="Google Shape;2230;p49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1" name="Google Shape;2231;p49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49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49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49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5" name="Google Shape;2235;p49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36" name="Google Shape;2236;p49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2237" name="Google Shape;2237;p49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8" name="Google Shape;2238;p49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9" name="Google Shape;2239;p49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0" name="Google Shape;2240;p49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1" name="Google Shape;2241;p49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2" name="Google Shape;2242;p49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3" name="Google Shape;2243;p49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4" name="Google Shape;2244;p49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5" name="Google Shape;2245;p49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6" name="Google Shape;2246;p49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7" name="Google Shape;2247;p49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8" name="Google Shape;2248;p49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49" name="Google Shape;2249;p49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49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49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2" name="Google Shape;2252;p49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3" name="Google Shape;2253;p49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4" name="Google Shape;2254;p49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5" name="Google Shape;2255;p49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6" name="Google Shape;2256;p49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7" name="Google Shape;2257;p49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8" name="Google Shape;2258;p49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9" name="Google Shape;2259;p49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0" name="Google Shape;2260;p49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1" name="Google Shape;2261;p49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2" name="Google Shape;2262;p49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3" name="Google Shape;2263;p49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4" name="Google Shape;2264;p49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5" name="Google Shape;2265;p49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6" name="Google Shape;2266;p49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49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49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9" name="Google Shape;2269;p49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0" name="Google Shape;2270;p49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1" name="Google Shape;2271;p49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72" name="Google Shape;2272;p49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2273" name="Google Shape;2273;p49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4" name="Google Shape;2274;p49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5" name="Google Shape;2275;p49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6" name="Google Shape;2276;p49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7" name="Google Shape;2277;p49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8" name="Google Shape;2278;p49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9" name="Google Shape;2279;p49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0" name="Google Shape;2280;p49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1" name="Google Shape;2281;p49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2" name="Google Shape;2282;p49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3" name="Google Shape;2283;p49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4" name="Google Shape;2284;p49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5" name="Google Shape;2285;p49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6" name="Google Shape;2286;p49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7" name="Google Shape;2287;p49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27750" lIns="55575" spcFirstLastPara="1" rIns="55575" wrap="square" tIns="2775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094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1" name="Shape 2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2" name="Google Shape;2292;p50"/>
          <p:cNvGrpSpPr/>
          <p:nvPr/>
        </p:nvGrpSpPr>
        <p:grpSpPr>
          <a:xfrm>
            <a:off x="1137536" y="699006"/>
            <a:ext cx="3412448" cy="3413484"/>
            <a:chOff x="1017285" y="809699"/>
            <a:chExt cx="3497794" cy="3498857"/>
          </a:xfrm>
        </p:grpSpPr>
        <p:sp>
          <p:nvSpPr>
            <p:cNvPr id="2293" name="Google Shape;2293;p50"/>
            <p:cNvSpPr/>
            <p:nvPr/>
          </p:nvSpPr>
          <p:spPr>
            <a:xfrm>
              <a:off x="3785701" y="2959800"/>
              <a:ext cx="483175" cy="476826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rgbClr val="FF7A7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4" name="Google Shape;2294;p50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5" name="Google Shape;2295;p50"/>
            <p:cNvSpPr/>
            <p:nvPr/>
          </p:nvSpPr>
          <p:spPr>
            <a:xfrm>
              <a:off x="4506379" y="2776855"/>
              <a:ext cx="8700" cy="2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96" name="Google Shape;2296;p50"/>
            <p:cNvGrpSpPr/>
            <p:nvPr/>
          </p:nvGrpSpPr>
          <p:grpSpPr>
            <a:xfrm>
              <a:off x="2291675" y="1423158"/>
              <a:ext cx="2214703" cy="1379528"/>
              <a:chOff x="2291675" y="1423158"/>
              <a:chExt cx="2214703" cy="1379528"/>
            </a:xfrm>
          </p:grpSpPr>
          <p:sp>
            <p:nvSpPr>
              <p:cNvPr id="2297" name="Google Shape;2297;p50"/>
              <p:cNvSpPr/>
              <p:nvPr/>
            </p:nvSpPr>
            <p:spPr>
              <a:xfrm>
                <a:off x="2291675" y="1423158"/>
                <a:ext cx="2214703" cy="1379528"/>
              </a:xfrm>
              <a:custGeom>
                <a:rect b="b" l="l" r="r" t="t"/>
                <a:pathLst>
                  <a:path extrusionOk="0" h="1577" w="2533">
                    <a:moveTo>
                      <a:pt x="47" y="0"/>
                    </a:moveTo>
                    <a:cubicBezTo>
                      <a:pt x="2485" y="0"/>
                      <a:pt x="2485" y="0"/>
                      <a:pt x="2485" y="0"/>
                    </a:cubicBezTo>
                    <a:cubicBezTo>
                      <a:pt x="2512" y="0"/>
                      <a:pt x="2533" y="21"/>
                      <a:pt x="2533" y="48"/>
                    </a:cubicBezTo>
                    <a:cubicBezTo>
                      <a:pt x="2533" y="1577"/>
                      <a:pt x="2533" y="1577"/>
                      <a:pt x="2533" y="1577"/>
                    </a:cubicBezTo>
                    <a:cubicBezTo>
                      <a:pt x="0" y="1577"/>
                      <a:pt x="0" y="1577"/>
                      <a:pt x="0" y="1577"/>
                    </a:cubicBezTo>
                    <a:cubicBezTo>
                      <a:pt x="0" y="48"/>
                      <a:pt x="0" y="48"/>
                      <a:pt x="0" y="48"/>
                    </a:cubicBezTo>
                    <a:cubicBezTo>
                      <a:pt x="0" y="21"/>
                      <a:pt x="21" y="0"/>
                      <a:pt x="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8" name="Google Shape;2298;p50"/>
              <p:cNvSpPr/>
              <p:nvPr/>
            </p:nvSpPr>
            <p:spPr>
              <a:xfrm>
                <a:off x="3273351" y="2692523"/>
                <a:ext cx="262800" cy="462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99" name="Google Shape;2299;p50"/>
              <p:cNvSpPr/>
              <p:nvPr/>
            </p:nvSpPr>
            <p:spPr>
              <a:xfrm>
                <a:off x="2291675" y="2776855"/>
                <a:ext cx="2214600" cy="258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0" name="Google Shape;2300;p50"/>
              <p:cNvSpPr/>
              <p:nvPr/>
            </p:nvSpPr>
            <p:spPr>
              <a:xfrm>
                <a:off x="2368209" y="1492996"/>
                <a:ext cx="2061633" cy="1161406"/>
              </a:xfrm>
              <a:custGeom>
                <a:rect b="b" l="l" r="r" t="t"/>
                <a:pathLst>
                  <a:path extrusionOk="0" h="1328" w="2357">
                    <a:moveTo>
                      <a:pt x="24" y="0"/>
                    </a:moveTo>
                    <a:cubicBezTo>
                      <a:pt x="2333" y="0"/>
                      <a:pt x="2333" y="0"/>
                      <a:pt x="2333" y="0"/>
                    </a:cubicBezTo>
                    <a:cubicBezTo>
                      <a:pt x="2346" y="0"/>
                      <a:pt x="2357" y="10"/>
                      <a:pt x="2357" y="23"/>
                    </a:cubicBezTo>
                    <a:cubicBezTo>
                      <a:pt x="2357" y="1304"/>
                      <a:pt x="2357" y="1304"/>
                      <a:pt x="2357" y="1304"/>
                    </a:cubicBezTo>
                    <a:cubicBezTo>
                      <a:pt x="2357" y="1318"/>
                      <a:pt x="2346" y="1328"/>
                      <a:pt x="2333" y="1328"/>
                    </a:cubicBezTo>
                    <a:cubicBezTo>
                      <a:pt x="24" y="1328"/>
                      <a:pt x="24" y="1328"/>
                      <a:pt x="24" y="1328"/>
                    </a:cubicBezTo>
                    <a:cubicBezTo>
                      <a:pt x="10" y="1328"/>
                      <a:pt x="0" y="1318"/>
                      <a:pt x="0" y="1304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0" y="10"/>
                      <a:pt x="10" y="0"/>
                      <a:pt x="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1" name="Google Shape;2301;p50"/>
              <p:cNvSpPr/>
              <p:nvPr/>
            </p:nvSpPr>
            <p:spPr>
              <a:xfrm>
                <a:off x="2990048" y="1492996"/>
                <a:ext cx="1171927" cy="1161406"/>
              </a:xfrm>
              <a:custGeom>
                <a:rect b="b" l="l" r="r" t="t"/>
                <a:pathLst>
                  <a:path extrusionOk="0" h="1214" w="1225">
                    <a:moveTo>
                      <a:pt x="0" y="1214"/>
                    </a:moveTo>
                    <a:lnTo>
                      <a:pt x="416" y="1214"/>
                    </a:lnTo>
                    <a:lnTo>
                      <a:pt x="1225" y="0"/>
                    </a:lnTo>
                    <a:lnTo>
                      <a:pt x="808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02" name="Google Shape;2302;p50"/>
              <p:cNvSpPr/>
              <p:nvPr/>
            </p:nvSpPr>
            <p:spPr>
              <a:xfrm>
                <a:off x="2648515" y="1492996"/>
                <a:ext cx="971982" cy="1161406"/>
              </a:xfrm>
              <a:custGeom>
                <a:rect b="b" l="l" r="r" t="t"/>
                <a:pathLst>
                  <a:path extrusionOk="0" h="1214" w="1016">
                    <a:moveTo>
                      <a:pt x="0" y="1214"/>
                    </a:moveTo>
                    <a:lnTo>
                      <a:pt x="208" y="1214"/>
                    </a:lnTo>
                    <a:lnTo>
                      <a:pt x="1016" y="0"/>
                    </a:lnTo>
                    <a:lnTo>
                      <a:pt x="809" y="0"/>
                    </a:lnTo>
                    <a:lnTo>
                      <a:pt x="0" y="121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03" name="Google Shape;2303;p50"/>
            <p:cNvGrpSpPr/>
            <p:nvPr/>
          </p:nvGrpSpPr>
          <p:grpSpPr>
            <a:xfrm flipH="1">
              <a:off x="1017285" y="1615136"/>
              <a:ext cx="1176885" cy="2693420"/>
              <a:chOff x="1553545" y="1817994"/>
              <a:chExt cx="1123518" cy="2571284"/>
            </a:xfrm>
          </p:grpSpPr>
          <p:grpSp>
            <p:nvGrpSpPr>
              <p:cNvPr id="2304" name="Google Shape;2304;p50"/>
              <p:cNvGrpSpPr/>
              <p:nvPr/>
            </p:nvGrpSpPr>
            <p:grpSpPr>
              <a:xfrm>
                <a:off x="1553545" y="1817994"/>
                <a:ext cx="1123518" cy="2571284"/>
                <a:chOff x="1553545" y="1817994"/>
                <a:chExt cx="1123518" cy="2571284"/>
              </a:xfrm>
            </p:grpSpPr>
            <p:sp>
              <p:nvSpPr>
                <p:cNvPr id="2305" name="Google Shape;2305;p50"/>
                <p:cNvSpPr/>
                <p:nvPr/>
              </p:nvSpPr>
              <p:spPr>
                <a:xfrm>
                  <a:off x="1553545" y="2564602"/>
                  <a:ext cx="350879" cy="162321"/>
                </a:xfrm>
                <a:custGeom>
                  <a:rect b="b" l="l" r="r" t="t"/>
                  <a:pathLst>
                    <a:path extrusionOk="0" h="162321" w="350879">
                      <a:moveTo>
                        <a:pt x="350880" y="72485"/>
                      </a:moveTo>
                      <a:cubicBezTo>
                        <a:pt x="320971" y="49244"/>
                        <a:pt x="291634" y="25146"/>
                        <a:pt x="263154" y="0"/>
                      </a:cubicBezTo>
                      <a:lnTo>
                        <a:pt x="154188" y="57912"/>
                      </a:lnTo>
                      <a:lnTo>
                        <a:pt x="146283" y="61531"/>
                      </a:lnTo>
                      <a:cubicBezTo>
                        <a:pt x="145616" y="62103"/>
                        <a:pt x="144854" y="62674"/>
                        <a:pt x="144187" y="63246"/>
                      </a:cubicBezTo>
                      <a:lnTo>
                        <a:pt x="133519" y="68866"/>
                      </a:lnTo>
                      <a:cubicBezTo>
                        <a:pt x="132567" y="69247"/>
                        <a:pt x="131805" y="69818"/>
                        <a:pt x="131043" y="70485"/>
                      </a:cubicBezTo>
                      <a:cubicBezTo>
                        <a:pt x="118184" y="73628"/>
                        <a:pt x="49604" y="90869"/>
                        <a:pt x="39412" y="98298"/>
                      </a:cubicBezTo>
                      <a:cubicBezTo>
                        <a:pt x="22077" y="102203"/>
                        <a:pt x="1788" y="107251"/>
                        <a:pt x="74" y="111442"/>
                      </a:cubicBezTo>
                      <a:cubicBezTo>
                        <a:pt x="-2212" y="117157"/>
                        <a:pt x="49223" y="113824"/>
                        <a:pt x="62558" y="114300"/>
                      </a:cubicBezTo>
                      <a:lnTo>
                        <a:pt x="65034" y="115633"/>
                      </a:lnTo>
                      <a:cubicBezTo>
                        <a:pt x="60939" y="118777"/>
                        <a:pt x="37317" y="126873"/>
                        <a:pt x="37317" y="126873"/>
                      </a:cubicBezTo>
                      <a:cubicBezTo>
                        <a:pt x="36174" y="127349"/>
                        <a:pt x="3503" y="140779"/>
                        <a:pt x="8646" y="145066"/>
                      </a:cubicBezTo>
                      <a:cubicBezTo>
                        <a:pt x="13790" y="149447"/>
                        <a:pt x="87323" y="125063"/>
                        <a:pt x="71892" y="130302"/>
                      </a:cubicBezTo>
                      <a:cubicBezTo>
                        <a:pt x="70845" y="130683"/>
                        <a:pt x="9408" y="148209"/>
                        <a:pt x="15123" y="155829"/>
                      </a:cubicBezTo>
                      <a:cubicBezTo>
                        <a:pt x="18933" y="160877"/>
                        <a:pt x="73702" y="144113"/>
                        <a:pt x="76274" y="144685"/>
                      </a:cubicBezTo>
                      <a:cubicBezTo>
                        <a:pt x="78846" y="145256"/>
                        <a:pt x="29697" y="154972"/>
                        <a:pt x="34173" y="161449"/>
                      </a:cubicBezTo>
                      <a:cubicBezTo>
                        <a:pt x="36174" y="164211"/>
                        <a:pt x="60748" y="159734"/>
                        <a:pt x="68749" y="157448"/>
                      </a:cubicBezTo>
                      <a:cubicBezTo>
                        <a:pt x="75702" y="155448"/>
                        <a:pt x="98277" y="149542"/>
                        <a:pt x="133233" y="138113"/>
                      </a:cubicBezTo>
                      <a:cubicBezTo>
                        <a:pt x="172476" y="129254"/>
                        <a:pt x="266774" y="106013"/>
                        <a:pt x="350880" y="72485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6" name="Google Shape;2306;p50"/>
                <p:cNvSpPr/>
                <p:nvPr/>
              </p:nvSpPr>
              <p:spPr>
                <a:xfrm>
                  <a:off x="1786988" y="2224592"/>
                  <a:ext cx="307186" cy="437982"/>
                </a:xfrm>
                <a:custGeom>
                  <a:rect b="b" l="l" r="r" t="t"/>
                  <a:pathLst>
                    <a:path extrusionOk="0" h="437982" w="307186">
                      <a:moveTo>
                        <a:pt x="206026" y="37552"/>
                      </a:moveTo>
                      <a:cubicBezTo>
                        <a:pt x="183070" y="84415"/>
                        <a:pt x="98965" y="280725"/>
                        <a:pt x="98965" y="280725"/>
                      </a:cubicBezTo>
                      <a:lnTo>
                        <a:pt x="0" y="336066"/>
                      </a:lnTo>
                      <a:lnTo>
                        <a:pt x="65532" y="437983"/>
                      </a:lnTo>
                      <a:cubicBezTo>
                        <a:pt x="65532" y="437983"/>
                        <a:pt x="158687" y="416171"/>
                        <a:pt x="205264" y="373880"/>
                      </a:cubicBezTo>
                      <a:cubicBezTo>
                        <a:pt x="250222" y="333208"/>
                        <a:pt x="307848" y="64984"/>
                        <a:pt x="307181" y="976"/>
                      </a:cubicBezTo>
                      <a:cubicBezTo>
                        <a:pt x="307181" y="976"/>
                        <a:pt x="228981" y="-9406"/>
                        <a:pt x="206026" y="3755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7" name="Google Shape;2307;p50"/>
                <p:cNvSpPr/>
                <p:nvPr/>
              </p:nvSpPr>
              <p:spPr>
                <a:xfrm>
                  <a:off x="2049592" y="2091170"/>
                  <a:ext cx="99441" cy="99441"/>
                </a:xfrm>
                <a:custGeom>
                  <a:rect b="b" l="l" r="r" t="t"/>
                  <a:pathLst>
                    <a:path extrusionOk="0" h="99441" w="99441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3" y="0"/>
                        <a:pt x="99441" y="22288"/>
                        <a:pt x="99441" y="49721"/>
                      </a:cubicBezTo>
                      <a:cubicBezTo>
                        <a:pt x="99441" y="77153"/>
                        <a:pt x="77057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2" y="24765"/>
                        <a:pt x="4382" y="49816"/>
                      </a:cubicBezTo>
                      <a:cubicBezTo>
                        <a:pt x="4382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8" name="Google Shape;2308;p50"/>
                <p:cNvSpPr/>
                <p:nvPr/>
              </p:nvSpPr>
              <p:spPr>
                <a:xfrm>
                  <a:off x="2073164" y="1898589"/>
                  <a:ext cx="248512" cy="256494"/>
                </a:xfrm>
                <a:custGeom>
                  <a:rect b="b" l="l" r="r" t="t"/>
                  <a:pathLst>
                    <a:path extrusionOk="0" h="256494" w="248512">
                      <a:moveTo>
                        <a:pt x="336" y="101713"/>
                      </a:moveTo>
                      <a:cubicBezTo>
                        <a:pt x="-3379" y="84377"/>
                        <a:pt x="24625" y="39610"/>
                        <a:pt x="39198" y="29418"/>
                      </a:cubicBezTo>
                      <a:cubicBezTo>
                        <a:pt x="56915" y="17131"/>
                        <a:pt x="76917" y="8654"/>
                        <a:pt x="97872" y="3510"/>
                      </a:cubicBezTo>
                      <a:cubicBezTo>
                        <a:pt x="142163" y="-7253"/>
                        <a:pt x="183121" y="7320"/>
                        <a:pt x="215601" y="39229"/>
                      </a:cubicBezTo>
                      <a:cubicBezTo>
                        <a:pt x="319042" y="140956"/>
                        <a:pt x="145592" y="256494"/>
                        <a:pt x="145592" y="256494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9" name="Google Shape;2309;p50"/>
                <p:cNvSpPr/>
                <p:nvPr/>
              </p:nvSpPr>
              <p:spPr>
                <a:xfrm>
                  <a:off x="2156177" y="1817994"/>
                  <a:ext cx="96012" cy="96011"/>
                </a:xfrm>
                <a:custGeom>
                  <a:rect b="b" l="l" r="r" t="t"/>
                  <a:pathLst>
                    <a:path extrusionOk="0" h="96011" w="96012">
                      <a:moveTo>
                        <a:pt x="96012" y="48006"/>
                      </a:moveTo>
                      <a:cubicBezTo>
                        <a:pt x="96012" y="74519"/>
                        <a:pt x="74519" y="96012"/>
                        <a:pt x="48006" y="96012"/>
                      </a:cubicBezTo>
                      <a:cubicBezTo>
                        <a:pt x="21493" y="96012"/>
                        <a:pt x="0" y="74519"/>
                        <a:pt x="0" y="48006"/>
                      </a:cubicBezTo>
                      <a:cubicBezTo>
                        <a:pt x="0" y="21493"/>
                        <a:pt x="21493" y="0"/>
                        <a:pt x="48006" y="0"/>
                      </a:cubicBezTo>
                      <a:cubicBezTo>
                        <a:pt x="74519" y="0"/>
                        <a:pt x="96012" y="21493"/>
                        <a:pt x="96012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0" name="Google Shape;2310;p50"/>
                <p:cNvSpPr/>
                <p:nvPr/>
              </p:nvSpPr>
              <p:spPr>
                <a:xfrm>
                  <a:off x="2295432" y="1910862"/>
                  <a:ext cx="96011" cy="96012"/>
                </a:xfrm>
                <a:custGeom>
                  <a:rect b="b" l="l" r="r" t="t"/>
                  <a:pathLst>
                    <a:path extrusionOk="0" h="96012" w="96011">
                      <a:moveTo>
                        <a:pt x="0" y="48006"/>
                      </a:moveTo>
                      <a:cubicBezTo>
                        <a:pt x="0" y="21431"/>
                        <a:pt x="21526" y="0"/>
                        <a:pt x="48006" y="0"/>
                      </a:cubicBezTo>
                      <a:cubicBezTo>
                        <a:pt x="74486" y="0"/>
                        <a:pt x="96012" y="21526"/>
                        <a:pt x="96012" y="48006"/>
                      </a:cubicBezTo>
                      <a:cubicBezTo>
                        <a:pt x="96012" y="74485"/>
                        <a:pt x="74486" y="96012"/>
                        <a:pt x="48006" y="96012"/>
                      </a:cubicBezTo>
                      <a:cubicBezTo>
                        <a:pt x="21526" y="96012"/>
                        <a:pt x="0" y="74581"/>
                        <a:pt x="0" y="4800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1" name="Google Shape;2311;p50"/>
                <p:cNvSpPr/>
                <p:nvPr/>
              </p:nvSpPr>
              <p:spPr>
                <a:xfrm>
                  <a:off x="2066236" y="1927089"/>
                  <a:ext cx="223453" cy="440306"/>
                </a:xfrm>
                <a:custGeom>
                  <a:rect b="b" l="l" r="r" t="t"/>
                  <a:pathLst>
                    <a:path extrusionOk="0" h="440306" w="223453">
                      <a:moveTo>
                        <a:pt x="180619" y="116551"/>
                      </a:moveTo>
                      <a:cubicBezTo>
                        <a:pt x="180714" y="118933"/>
                        <a:pt x="182809" y="120647"/>
                        <a:pt x="185095" y="120457"/>
                      </a:cubicBezTo>
                      <a:cubicBezTo>
                        <a:pt x="194811" y="119504"/>
                        <a:pt x="217195" y="115504"/>
                        <a:pt x="222624" y="140745"/>
                      </a:cubicBezTo>
                      <a:cubicBezTo>
                        <a:pt x="228148" y="166272"/>
                        <a:pt x="204812" y="182941"/>
                        <a:pt x="190048" y="185131"/>
                      </a:cubicBezTo>
                      <a:cubicBezTo>
                        <a:pt x="185762" y="185703"/>
                        <a:pt x="165379" y="202467"/>
                        <a:pt x="162807" y="205896"/>
                      </a:cubicBezTo>
                      <a:cubicBezTo>
                        <a:pt x="154711" y="216373"/>
                        <a:pt x="174427" y="319434"/>
                        <a:pt x="178809" y="351533"/>
                      </a:cubicBezTo>
                      <a:cubicBezTo>
                        <a:pt x="187000" y="411445"/>
                        <a:pt x="98704" y="440306"/>
                        <a:pt x="98704" y="440306"/>
                      </a:cubicBezTo>
                      <a:cubicBezTo>
                        <a:pt x="98704" y="440306"/>
                        <a:pt x="48126" y="426876"/>
                        <a:pt x="42887" y="351533"/>
                      </a:cubicBezTo>
                      <a:cubicBezTo>
                        <a:pt x="42887" y="351533"/>
                        <a:pt x="45173" y="205801"/>
                        <a:pt x="44411" y="205134"/>
                      </a:cubicBezTo>
                      <a:cubicBezTo>
                        <a:pt x="31457" y="194275"/>
                        <a:pt x="-15311" y="193228"/>
                        <a:pt x="5073" y="91977"/>
                      </a:cubicBezTo>
                      <a:cubicBezTo>
                        <a:pt x="23932" y="-1749"/>
                        <a:pt x="91560" y="-1178"/>
                        <a:pt x="108895" y="346"/>
                      </a:cubicBezTo>
                      <a:cubicBezTo>
                        <a:pt x="123659" y="1680"/>
                        <a:pt x="173856" y="346"/>
                        <a:pt x="180619" y="116551"/>
                      </a:cubicBez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2" name="Google Shape;2312;p50"/>
                <p:cNvSpPr/>
                <p:nvPr/>
              </p:nvSpPr>
              <p:spPr>
                <a:xfrm>
                  <a:off x="2127316" y="1917239"/>
                  <a:ext cx="133661" cy="99928"/>
                </a:xfrm>
                <a:custGeom>
                  <a:rect b="b" l="l" r="r" t="t"/>
                  <a:pathLst>
                    <a:path extrusionOk="0" h="99928" w="133661">
                      <a:moveTo>
                        <a:pt x="0" y="5434"/>
                      </a:moveTo>
                      <a:cubicBezTo>
                        <a:pt x="0" y="5434"/>
                        <a:pt x="20479" y="120496"/>
                        <a:pt x="128778" y="96684"/>
                      </a:cubicBezTo>
                      <a:cubicBezTo>
                        <a:pt x="128683" y="96684"/>
                        <a:pt x="172402" y="-27046"/>
                        <a:pt x="0" y="543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3" name="Google Shape;2313;p50"/>
                <p:cNvSpPr/>
                <p:nvPr/>
              </p:nvSpPr>
              <p:spPr>
                <a:xfrm>
                  <a:off x="2244664" y="2065805"/>
                  <a:ext cx="33813" cy="24508"/>
                </a:xfrm>
                <a:custGeom>
                  <a:rect b="b" l="l" r="r" t="t"/>
                  <a:pathLst>
                    <a:path extrusionOk="0" h="24508" w="33813">
                      <a:moveTo>
                        <a:pt x="33814" y="10411"/>
                      </a:moveTo>
                      <a:cubicBezTo>
                        <a:pt x="33814" y="10411"/>
                        <a:pt x="15621" y="-20640"/>
                        <a:pt x="0" y="24508"/>
                      </a:cubicBezTo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4" name="Google Shape;2314;p50"/>
                <p:cNvSpPr/>
                <p:nvPr/>
              </p:nvSpPr>
              <p:spPr>
                <a:xfrm>
                  <a:off x="2134841" y="1998536"/>
                  <a:ext cx="20596" cy="15882"/>
                </a:xfrm>
                <a:custGeom>
                  <a:rect b="b" l="l" r="r" t="t"/>
                  <a:pathLst>
                    <a:path extrusionOk="0" h="15882" w="20596">
                      <a:moveTo>
                        <a:pt x="19145" y="15197"/>
                      </a:moveTo>
                      <a:cubicBezTo>
                        <a:pt x="22574" y="19197"/>
                        <a:pt x="19526" y="4529"/>
                        <a:pt x="14192" y="1576"/>
                      </a:cubicBezTo>
                      <a:cubicBezTo>
                        <a:pt x="8953" y="-1377"/>
                        <a:pt x="2572" y="-43"/>
                        <a:pt x="0" y="4433"/>
                      </a:cubicBezTo>
                      <a:cubicBezTo>
                        <a:pt x="0" y="4433"/>
                        <a:pt x="10954" y="5576"/>
                        <a:pt x="19145" y="1519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5" name="Google Shape;2315;p50"/>
                <p:cNvSpPr/>
                <p:nvPr/>
              </p:nvSpPr>
              <p:spPr>
                <a:xfrm>
                  <a:off x="2084558" y="1984965"/>
                  <a:ext cx="23231" cy="9817"/>
                </a:xfrm>
                <a:custGeom>
                  <a:rect b="b" l="l" r="r" t="t"/>
                  <a:pathLst>
                    <a:path extrusionOk="0" h="9817" w="23231">
                      <a:moveTo>
                        <a:pt x="1324" y="9622"/>
                      </a:moveTo>
                      <a:cubicBezTo>
                        <a:pt x="-3533" y="11432"/>
                        <a:pt x="6087" y="97"/>
                        <a:pt x="12183" y="2"/>
                      </a:cubicBezTo>
                      <a:cubicBezTo>
                        <a:pt x="18279" y="-94"/>
                        <a:pt x="23232" y="4097"/>
                        <a:pt x="23232" y="9336"/>
                      </a:cubicBezTo>
                      <a:cubicBezTo>
                        <a:pt x="23232" y="9336"/>
                        <a:pt x="13040" y="5145"/>
                        <a:pt x="1324" y="962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6" name="Google Shape;2316;p50"/>
                <p:cNvSpPr/>
                <p:nvPr/>
              </p:nvSpPr>
              <p:spPr>
                <a:xfrm>
                  <a:off x="2131242" y="2024181"/>
                  <a:ext cx="11991" cy="21059"/>
                </a:xfrm>
                <a:custGeom>
                  <a:rect b="b" l="l" r="r" t="t"/>
                  <a:pathLst>
                    <a:path extrusionOk="0" h="15804" w="8999">
                      <a:moveTo>
                        <a:pt x="8310" y="9045"/>
                      </a:moveTo>
                      <a:cubicBezTo>
                        <a:pt x="6976" y="13331"/>
                        <a:pt x="4214" y="16379"/>
                        <a:pt x="2118" y="15713"/>
                      </a:cubicBezTo>
                      <a:cubicBezTo>
                        <a:pt x="23" y="15046"/>
                        <a:pt x="-644" y="11045"/>
                        <a:pt x="690" y="6759"/>
                      </a:cubicBezTo>
                      <a:cubicBezTo>
                        <a:pt x="2023" y="2473"/>
                        <a:pt x="4785" y="-575"/>
                        <a:pt x="6881" y="92"/>
                      </a:cubicBezTo>
                      <a:cubicBezTo>
                        <a:pt x="8976" y="663"/>
                        <a:pt x="9643" y="4759"/>
                        <a:pt x="8310" y="90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7" name="Google Shape;2317;p50"/>
                <p:cNvSpPr/>
                <p:nvPr/>
              </p:nvSpPr>
              <p:spPr>
                <a:xfrm>
                  <a:off x="2086775" y="2007961"/>
                  <a:ext cx="11438" cy="20119"/>
                </a:xfrm>
                <a:custGeom>
                  <a:rect b="b" l="l" r="r" t="t"/>
                  <a:pathLst>
                    <a:path extrusionOk="0" h="15099" w="8584">
                      <a:moveTo>
                        <a:pt x="7891" y="8645"/>
                      </a:moveTo>
                      <a:cubicBezTo>
                        <a:pt x="6652" y="12741"/>
                        <a:pt x="3985" y="15598"/>
                        <a:pt x="1985" y="15027"/>
                      </a:cubicBezTo>
                      <a:cubicBezTo>
                        <a:pt x="-15" y="14455"/>
                        <a:pt x="-587" y="10550"/>
                        <a:pt x="652" y="6455"/>
                      </a:cubicBezTo>
                      <a:cubicBezTo>
                        <a:pt x="1890" y="2359"/>
                        <a:pt x="4557" y="-499"/>
                        <a:pt x="6557" y="73"/>
                      </a:cubicBezTo>
                      <a:cubicBezTo>
                        <a:pt x="8557" y="644"/>
                        <a:pt x="9224" y="4549"/>
                        <a:pt x="7891" y="864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8" name="Google Shape;2318;p50"/>
                <p:cNvSpPr/>
                <p:nvPr/>
              </p:nvSpPr>
              <p:spPr>
                <a:xfrm>
                  <a:off x="2110672" y="2132223"/>
                  <a:ext cx="69674" cy="30272"/>
                </a:xfrm>
                <a:custGeom>
                  <a:rect b="b" l="l" r="r" t="t"/>
                  <a:pathLst>
                    <a:path extrusionOk="0" h="30272" w="69674">
                      <a:moveTo>
                        <a:pt x="70" y="0"/>
                      </a:moveTo>
                      <a:cubicBezTo>
                        <a:pt x="70" y="0"/>
                        <a:pt x="44362" y="4477"/>
                        <a:pt x="66269" y="1143"/>
                      </a:cubicBezTo>
                      <a:cubicBezTo>
                        <a:pt x="88177" y="-2286"/>
                        <a:pt x="-2882" y="69152"/>
                        <a:pt x="70" y="0"/>
                      </a:cubicBezTo>
                      <a:close/>
                    </a:path>
                  </a:pathLst>
                </a:custGeom>
                <a:solidFill>
                  <a:srgbClr val="8F5D4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9" name="Google Shape;2319;p50"/>
                <p:cNvSpPr/>
                <p:nvPr/>
              </p:nvSpPr>
              <p:spPr>
                <a:xfrm>
                  <a:off x="2023112" y="4149142"/>
                  <a:ext cx="120110" cy="168520"/>
                </a:xfrm>
                <a:custGeom>
                  <a:rect b="b" l="l" r="r" t="t"/>
                  <a:pathLst>
                    <a:path extrusionOk="0" h="168520" w="120110">
                      <a:moveTo>
                        <a:pt x="120110" y="2953"/>
                      </a:moveTo>
                      <a:lnTo>
                        <a:pt x="104204" y="115919"/>
                      </a:lnTo>
                      <a:cubicBezTo>
                        <a:pt x="104204" y="115919"/>
                        <a:pt x="78677" y="190881"/>
                        <a:pt x="54959" y="161830"/>
                      </a:cubicBezTo>
                      <a:cubicBezTo>
                        <a:pt x="31242" y="132779"/>
                        <a:pt x="7810" y="117443"/>
                        <a:pt x="7810" y="117443"/>
                      </a:cubicBezTo>
                      <a:lnTo>
                        <a:pt x="0" y="0"/>
                      </a:lnTo>
                      <a:lnTo>
                        <a:pt x="120110" y="2953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0" name="Google Shape;2320;p50"/>
                <p:cNvSpPr/>
                <p:nvPr/>
              </p:nvSpPr>
              <p:spPr>
                <a:xfrm>
                  <a:off x="2520889" y="4143237"/>
                  <a:ext cx="101155" cy="135646"/>
                </a:xfrm>
                <a:custGeom>
                  <a:rect b="b" l="l" r="r" t="t"/>
                  <a:pathLst>
                    <a:path extrusionOk="0" h="135646" w="101155">
                      <a:moveTo>
                        <a:pt x="0" y="95"/>
                      </a:moveTo>
                      <a:lnTo>
                        <a:pt x="35147" y="112776"/>
                      </a:lnTo>
                      <a:cubicBezTo>
                        <a:pt x="35147" y="112776"/>
                        <a:pt x="61912" y="136207"/>
                        <a:pt x="71533" y="135636"/>
                      </a:cubicBezTo>
                      <a:cubicBezTo>
                        <a:pt x="89154" y="134493"/>
                        <a:pt x="98298" y="104204"/>
                        <a:pt x="98298" y="104204"/>
                      </a:cubicBezTo>
                      <a:lnTo>
                        <a:pt x="1011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4725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1" name="Google Shape;2321;p50"/>
                <p:cNvSpPr/>
                <p:nvPr/>
              </p:nvSpPr>
              <p:spPr>
                <a:xfrm>
                  <a:off x="1926160" y="4247215"/>
                  <a:ext cx="213243" cy="106333"/>
                </a:xfrm>
                <a:custGeom>
                  <a:rect b="b" l="l" r="r" t="t"/>
                  <a:pathLst>
                    <a:path extrusionOk="0" h="106333" w="213243">
                      <a:moveTo>
                        <a:pt x="96952" y="18799"/>
                      </a:moveTo>
                      <a:lnTo>
                        <a:pt x="2274" y="95475"/>
                      </a:lnTo>
                      <a:cubicBezTo>
                        <a:pt x="-2584" y="99095"/>
                        <a:pt x="845" y="105095"/>
                        <a:pt x="7799" y="105191"/>
                      </a:cubicBezTo>
                      <a:lnTo>
                        <a:pt x="147530" y="106333"/>
                      </a:lnTo>
                      <a:cubicBezTo>
                        <a:pt x="150864" y="106333"/>
                        <a:pt x="153912" y="104810"/>
                        <a:pt x="155055" y="102524"/>
                      </a:cubicBezTo>
                      <a:lnTo>
                        <a:pt x="165628" y="80902"/>
                      </a:lnTo>
                      <a:cubicBezTo>
                        <a:pt x="168676" y="74615"/>
                        <a:pt x="174772" y="74139"/>
                        <a:pt x="174200" y="80807"/>
                      </a:cubicBezTo>
                      <a:lnTo>
                        <a:pt x="179344" y="101666"/>
                      </a:lnTo>
                      <a:cubicBezTo>
                        <a:pt x="179058" y="105000"/>
                        <a:pt x="212491" y="104048"/>
                        <a:pt x="212777" y="101095"/>
                      </a:cubicBezTo>
                      <a:cubicBezTo>
                        <a:pt x="214586" y="82521"/>
                        <a:pt x="210776" y="21942"/>
                        <a:pt x="207442" y="4988"/>
                      </a:cubicBezTo>
                      <a:cubicBezTo>
                        <a:pt x="206966" y="2606"/>
                        <a:pt x="204490" y="606"/>
                        <a:pt x="201156" y="130"/>
                      </a:cubicBezTo>
                      <a:lnTo>
                        <a:pt x="201156" y="130"/>
                      </a:lnTo>
                      <a:cubicBezTo>
                        <a:pt x="198203" y="-346"/>
                        <a:pt x="195155" y="511"/>
                        <a:pt x="193346" y="2321"/>
                      </a:cubicBezTo>
                      <a:cubicBezTo>
                        <a:pt x="183916" y="11465"/>
                        <a:pt x="153721" y="38897"/>
                        <a:pt x="137719" y="33372"/>
                      </a:cubicBezTo>
                      <a:cubicBezTo>
                        <a:pt x="126956" y="29657"/>
                        <a:pt x="112954" y="22990"/>
                        <a:pt x="108668" y="19180"/>
                      </a:cubicBezTo>
                      <a:cubicBezTo>
                        <a:pt x="105620" y="16513"/>
                        <a:pt x="100191" y="16418"/>
                        <a:pt x="96952" y="1879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2" name="Google Shape;2322;p50"/>
                <p:cNvSpPr/>
                <p:nvPr/>
              </p:nvSpPr>
              <p:spPr>
                <a:xfrm>
                  <a:off x="2539790" y="4242903"/>
                  <a:ext cx="137273" cy="146375"/>
                </a:xfrm>
                <a:custGeom>
                  <a:rect b="b" l="l" r="r" t="t"/>
                  <a:pathLst>
                    <a:path extrusionOk="0" h="146375" w="137273">
                      <a:moveTo>
                        <a:pt x="80730" y="727"/>
                      </a:moveTo>
                      <a:lnTo>
                        <a:pt x="134451" y="90738"/>
                      </a:lnTo>
                      <a:cubicBezTo>
                        <a:pt x="140166" y="99501"/>
                        <a:pt x="137023" y="109979"/>
                        <a:pt x="126641" y="116074"/>
                      </a:cubicBezTo>
                      <a:cubicBezTo>
                        <a:pt x="109877" y="126076"/>
                        <a:pt x="96065" y="145983"/>
                        <a:pt x="85493" y="146364"/>
                      </a:cubicBezTo>
                      <a:cubicBezTo>
                        <a:pt x="66348" y="146936"/>
                        <a:pt x="36725" y="126742"/>
                        <a:pt x="19389" y="119218"/>
                      </a:cubicBezTo>
                      <a:cubicBezTo>
                        <a:pt x="7769" y="114170"/>
                        <a:pt x="-1280" y="106740"/>
                        <a:pt x="149" y="97024"/>
                      </a:cubicBezTo>
                      <a:lnTo>
                        <a:pt x="13484" y="6728"/>
                      </a:lnTo>
                      <a:cubicBezTo>
                        <a:pt x="13674" y="5584"/>
                        <a:pt x="15579" y="5204"/>
                        <a:pt x="16627" y="6061"/>
                      </a:cubicBezTo>
                      <a:lnTo>
                        <a:pt x="37201" y="24730"/>
                      </a:lnTo>
                      <a:cubicBezTo>
                        <a:pt x="43964" y="30826"/>
                        <a:pt x="62252" y="30064"/>
                        <a:pt x="66824" y="22730"/>
                      </a:cubicBezTo>
                      <a:cubicBezTo>
                        <a:pt x="70062" y="17491"/>
                        <a:pt x="77682" y="631"/>
                        <a:pt x="77682" y="631"/>
                      </a:cubicBezTo>
                      <a:cubicBezTo>
                        <a:pt x="78349" y="-226"/>
                        <a:pt x="80159" y="-226"/>
                        <a:pt x="80730" y="72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3" name="Google Shape;2323;p50"/>
                <p:cNvSpPr/>
                <p:nvPr/>
              </p:nvSpPr>
              <p:spPr>
                <a:xfrm>
                  <a:off x="1955027" y="2647812"/>
                  <a:ext cx="690544" cy="1529945"/>
                </a:xfrm>
                <a:custGeom>
                  <a:rect b="b" l="l" r="r" t="t"/>
                  <a:pathLst>
                    <a:path extrusionOk="0" h="1529945" w="690544">
                      <a:moveTo>
                        <a:pt x="380506" y="10668"/>
                      </a:moveTo>
                      <a:cubicBezTo>
                        <a:pt x="423845" y="87344"/>
                        <a:pt x="446800" y="143542"/>
                        <a:pt x="471755" y="241078"/>
                      </a:cubicBezTo>
                      <a:cubicBezTo>
                        <a:pt x="500711" y="354139"/>
                        <a:pt x="676924" y="1310830"/>
                        <a:pt x="690545" y="1516475"/>
                      </a:cubicBezTo>
                      <a:cubicBezTo>
                        <a:pt x="654921" y="1525048"/>
                        <a:pt x="554909" y="1523810"/>
                        <a:pt x="532334" y="1522571"/>
                      </a:cubicBezTo>
                      <a:cubicBezTo>
                        <a:pt x="460706" y="1317307"/>
                        <a:pt x="303163" y="639128"/>
                        <a:pt x="272492" y="509778"/>
                      </a:cubicBezTo>
                      <a:cubicBezTo>
                        <a:pt x="267730" y="489871"/>
                        <a:pt x="237059" y="494252"/>
                        <a:pt x="239441" y="514540"/>
                      </a:cubicBezTo>
                      <a:cubicBezTo>
                        <a:pt x="256871" y="662273"/>
                        <a:pt x="168670" y="1295781"/>
                        <a:pt x="215438" y="1522952"/>
                      </a:cubicBezTo>
                      <a:cubicBezTo>
                        <a:pt x="196769" y="1532477"/>
                        <a:pt x="83802" y="1530382"/>
                        <a:pt x="62180" y="1527620"/>
                      </a:cubicBezTo>
                      <a:cubicBezTo>
                        <a:pt x="38749" y="1274254"/>
                        <a:pt x="-85933" y="315278"/>
                        <a:pt x="102185" y="4381"/>
                      </a:cubicBezTo>
                      <a:cubicBezTo>
                        <a:pt x="188291" y="-7430"/>
                        <a:pt x="293257" y="8096"/>
                        <a:pt x="380506" y="106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4" name="Google Shape;2324;p50"/>
                <p:cNvSpPr/>
                <p:nvPr/>
              </p:nvSpPr>
              <p:spPr>
                <a:xfrm>
                  <a:off x="2011415" y="2221758"/>
                  <a:ext cx="427558" cy="457609"/>
                </a:xfrm>
                <a:custGeom>
                  <a:rect b="b" l="l" r="r" t="t"/>
                  <a:pathLst>
                    <a:path extrusionOk="0" h="457609" w="427558">
                      <a:moveTo>
                        <a:pt x="83135" y="23717"/>
                      </a:moveTo>
                      <a:cubicBezTo>
                        <a:pt x="85611" y="29813"/>
                        <a:pt x="-2971" y="218599"/>
                        <a:pt x="77" y="278130"/>
                      </a:cubicBezTo>
                      <a:cubicBezTo>
                        <a:pt x="3125" y="338137"/>
                        <a:pt x="44082" y="439102"/>
                        <a:pt x="40844" y="448056"/>
                      </a:cubicBezTo>
                      <a:cubicBezTo>
                        <a:pt x="40844" y="448056"/>
                        <a:pt x="170765" y="476250"/>
                        <a:pt x="427559" y="435769"/>
                      </a:cubicBezTo>
                      <a:cubicBezTo>
                        <a:pt x="411176" y="289465"/>
                        <a:pt x="353740" y="140494"/>
                        <a:pt x="327261" y="66199"/>
                      </a:cubicBezTo>
                      <a:cubicBezTo>
                        <a:pt x="327261" y="66199"/>
                        <a:pt x="245250" y="1619"/>
                        <a:pt x="223533" y="0"/>
                      </a:cubicBezTo>
                      <a:cubicBezTo>
                        <a:pt x="223438" y="0"/>
                        <a:pt x="184386" y="53816"/>
                        <a:pt x="83135" y="237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5" name="Google Shape;2325;p50"/>
                <p:cNvSpPr/>
                <p:nvPr/>
              </p:nvSpPr>
              <p:spPr>
                <a:xfrm>
                  <a:off x="1664696" y="2342048"/>
                  <a:ext cx="371180" cy="270520"/>
                </a:xfrm>
                <a:custGeom>
                  <a:rect b="b" l="l" r="r" t="t"/>
                  <a:pathLst>
                    <a:path extrusionOk="0" h="270520" w="371180">
                      <a:moveTo>
                        <a:pt x="371180" y="270521"/>
                      </a:moveTo>
                      <a:lnTo>
                        <a:pt x="310030" y="68877"/>
                      </a:lnTo>
                      <a:cubicBezTo>
                        <a:pt x="304981" y="52208"/>
                        <a:pt x="291265" y="39730"/>
                        <a:pt x="274216" y="36111"/>
                      </a:cubicBezTo>
                      <a:lnTo>
                        <a:pt x="26470" y="487"/>
                      </a:lnTo>
                      <a:cubicBezTo>
                        <a:pt x="10183" y="-2942"/>
                        <a:pt x="-3819" y="12298"/>
                        <a:pt x="943" y="28300"/>
                      </a:cubicBezTo>
                      <a:lnTo>
                        <a:pt x="52664" y="201750"/>
                      </a:lnTo>
                      <a:cubicBezTo>
                        <a:pt x="54950" y="209371"/>
                        <a:pt x="61046" y="215086"/>
                        <a:pt x="68761" y="216895"/>
                      </a:cubicBezTo>
                      <a:lnTo>
                        <a:pt x="371180" y="27052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6" name="Google Shape;2326;p50"/>
                <p:cNvSpPr/>
                <p:nvPr/>
              </p:nvSpPr>
              <p:spPr>
                <a:xfrm>
                  <a:off x="1880521" y="2448333"/>
                  <a:ext cx="236793" cy="224719"/>
                </a:xfrm>
                <a:custGeom>
                  <a:rect b="b" l="l" r="r" t="t"/>
                  <a:pathLst>
                    <a:path extrusionOk="0" h="224719" w="236793">
                      <a:moveTo>
                        <a:pt x="204980" y="224720"/>
                      </a:moveTo>
                      <a:cubicBezTo>
                        <a:pt x="99158" y="152235"/>
                        <a:pt x="39626" y="95371"/>
                        <a:pt x="28292" y="85369"/>
                      </a:cubicBezTo>
                      <a:cubicBezTo>
                        <a:pt x="21815" y="79654"/>
                        <a:pt x="4098" y="60319"/>
                        <a:pt x="5527" y="57080"/>
                      </a:cubicBezTo>
                      <a:cubicBezTo>
                        <a:pt x="8861" y="49650"/>
                        <a:pt x="44865" y="87750"/>
                        <a:pt x="44008" y="85179"/>
                      </a:cubicBezTo>
                      <a:cubicBezTo>
                        <a:pt x="43055" y="82702"/>
                        <a:pt x="-2379" y="43269"/>
                        <a:pt x="98" y="37268"/>
                      </a:cubicBezTo>
                      <a:cubicBezTo>
                        <a:pt x="3908" y="28124"/>
                        <a:pt x="53819" y="72891"/>
                        <a:pt x="54676" y="73654"/>
                      </a:cubicBezTo>
                      <a:cubicBezTo>
                        <a:pt x="67916" y="84512"/>
                        <a:pt x="5241" y="32696"/>
                        <a:pt x="6289" y="25743"/>
                      </a:cubicBezTo>
                      <a:cubicBezTo>
                        <a:pt x="7337" y="18885"/>
                        <a:pt x="37626" y="40506"/>
                        <a:pt x="38674" y="41269"/>
                      </a:cubicBezTo>
                      <a:cubicBezTo>
                        <a:pt x="38674" y="41269"/>
                        <a:pt x="63439" y="61366"/>
                        <a:pt x="65344" y="59842"/>
                      </a:cubicBezTo>
                      <a:cubicBezTo>
                        <a:pt x="67154" y="58318"/>
                        <a:pt x="24672" y="1168"/>
                        <a:pt x="32102" y="25"/>
                      </a:cubicBezTo>
                      <a:cubicBezTo>
                        <a:pt x="39531" y="-1118"/>
                        <a:pt x="74393" y="36982"/>
                        <a:pt x="82965" y="45079"/>
                      </a:cubicBezTo>
                      <a:cubicBezTo>
                        <a:pt x="91538" y="53175"/>
                        <a:pt x="106587" y="61080"/>
                        <a:pt x="111445" y="60319"/>
                      </a:cubicBezTo>
                      <a:cubicBezTo>
                        <a:pt x="115541" y="59652"/>
                        <a:pt x="118970" y="41745"/>
                        <a:pt x="114874" y="32601"/>
                      </a:cubicBezTo>
                      <a:cubicBezTo>
                        <a:pt x="114874" y="32601"/>
                        <a:pt x="135829" y="54604"/>
                        <a:pt x="142211" y="73082"/>
                      </a:cubicBezTo>
                      <a:cubicBezTo>
                        <a:pt x="145544" y="82797"/>
                        <a:pt x="147640" y="95180"/>
                        <a:pt x="147640" y="95180"/>
                      </a:cubicBezTo>
                      <a:lnTo>
                        <a:pt x="236794" y="154045"/>
                      </a:lnTo>
                      <a:lnTo>
                        <a:pt x="204980" y="224720"/>
                      </a:lnTo>
                      <a:close/>
                    </a:path>
                  </a:pathLst>
                </a:custGeom>
                <a:solidFill>
                  <a:srgbClr val="D4603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7" name="Google Shape;2327;p50"/>
                <p:cNvSpPr/>
                <p:nvPr/>
              </p:nvSpPr>
              <p:spPr>
                <a:xfrm>
                  <a:off x="1985775" y="2277890"/>
                  <a:ext cx="410182" cy="498297"/>
                </a:xfrm>
                <a:custGeom>
                  <a:rect b="b" l="l" r="r" t="t"/>
                  <a:pathLst>
                    <a:path extrusionOk="0" h="498297" w="410182">
                      <a:moveTo>
                        <a:pt x="283369" y="73313"/>
                      </a:moveTo>
                      <a:cubicBezTo>
                        <a:pt x="283369" y="73313"/>
                        <a:pt x="306419" y="-21556"/>
                        <a:pt x="348996" y="4543"/>
                      </a:cubicBezTo>
                      <a:cubicBezTo>
                        <a:pt x="421100" y="48644"/>
                        <a:pt x="449866" y="263051"/>
                        <a:pt x="319564" y="482984"/>
                      </a:cubicBezTo>
                      <a:cubicBezTo>
                        <a:pt x="277273" y="554326"/>
                        <a:pt x="0" y="353253"/>
                        <a:pt x="0" y="353253"/>
                      </a:cubicBezTo>
                      <a:lnTo>
                        <a:pt x="65627" y="250288"/>
                      </a:lnTo>
                      <a:lnTo>
                        <a:pt x="215360" y="343252"/>
                      </a:lnTo>
                      <a:lnTo>
                        <a:pt x="283369" y="73313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28" name="Google Shape;2328;p50"/>
                <p:cNvSpPr/>
                <p:nvPr/>
              </p:nvSpPr>
              <p:spPr>
                <a:xfrm>
                  <a:off x="2205135" y="2091170"/>
                  <a:ext cx="99441" cy="99441"/>
                </a:xfrm>
                <a:custGeom>
                  <a:rect b="b" l="l" r="r" t="t"/>
                  <a:pathLst>
                    <a:path extrusionOk="0" h="99441" w="99441">
                      <a:moveTo>
                        <a:pt x="49721" y="99441"/>
                      </a:moveTo>
                      <a:cubicBezTo>
                        <a:pt x="22289" y="99441"/>
                        <a:pt x="0" y="77153"/>
                        <a:pt x="0" y="49721"/>
                      </a:cubicBezTo>
                      <a:cubicBezTo>
                        <a:pt x="0" y="22288"/>
                        <a:pt x="22289" y="0"/>
                        <a:pt x="49721" y="0"/>
                      </a:cubicBezTo>
                      <a:cubicBezTo>
                        <a:pt x="77152" y="0"/>
                        <a:pt x="99441" y="22288"/>
                        <a:pt x="99441" y="49721"/>
                      </a:cubicBezTo>
                      <a:cubicBezTo>
                        <a:pt x="99441" y="77153"/>
                        <a:pt x="77152" y="99441"/>
                        <a:pt x="49721" y="99441"/>
                      </a:cubicBezTo>
                      <a:close/>
                      <a:moveTo>
                        <a:pt x="49721" y="4477"/>
                      </a:moveTo>
                      <a:cubicBezTo>
                        <a:pt x="24765" y="4477"/>
                        <a:pt x="4381" y="24765"/>
                        <a:pt x="4381" y="49816"/>
                      </a:cubicBezTo>
                      <a:cubicBezTo>
                        <a:pt x="4381" y="74867"/>
                        <a:pt x="24670" y="95155"/>
                        <a:pt x="49721" y="95155"/>
                      </a:cubicBezTo>
                      <a:cubicBezTo>
                        <a:pt x="74771" y="95155"/>
                        <a:pt x="95060" y="74867"/>
                        <a:pt x="95060" y="49816"/>
                      </a:cubicBezTo>
                      <a:cubicBezTo>
                        <a:pt x="95060" y="24765"/>
                        <a:pt x="74676" y="4477"/>
                        <a:pt x="49721" y="447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29" name="Google Shape;2329;p50"/>
              <p:cNvSpPr/>
              <p:nvPr/>
            </p:nvSpPr>
            <p:spPr>
              <a:xfrm rot="-9414398">
                <a:off x="2144222" y="2053107"/>
                <a:ext cx="41373" cy="23141"/>
              </a:xfrm>
              <a:custGeom>
                <a:rect b="b" l="l" r="r" t="t"/>
                <a:pathLst>
                  <a:path extrusionOk="0" h="25" w="45">
                    <a:moveTo>
                      <a:pt x="27" y="0"/>
                    </a:moveTo>
                    <a:cubicBezTo>
                      <a:pt x="24" y="0"/>
                      <a:pt x="21" y="1"/>
                      <a:pt x="18" y="2"/>
                    </a:cubicBezTo>
                    <a:cubicBezTo>
                      <a:pt x="6" y="7"/>
                      <a:pt x="0" y="21"/>
                      <a:pt x="0" y="21"/>
                    </a:cubicBezTo>
                    <a:cubicBezTo>
                      <a:pt x="0" y="21"/>
                      <a:pt x="8" y="25"/>
                      <a:pt x="17" y="25"/>
                    </a:cubicBezTo>
                    <a:cubicBezTo>
                      <a:pt x="20" y="25"/>
                      <a:pt x="23" y="25"/>
                      <a:pt x="26" y="24"/>
                    </a:cubicBezTo>
                    <a:cubicBezTo>
                      <a:pt x="39" y="19"/>
                      <a:pt x="45" y="4"/>
                      <a:pt x="45" y="4"/>
                    </a:cubicBezTo>
                    <a:cubicBezTo>
                      <a:pt x="45" y="4"/>
                      <a:pt x="37" y="0"/>
                      <a:pt x="27" y="0"/>
                    </a:cubicBezTo>
                  </a:path>
                </a:pathLst>
              </a:custGeom>
              <a:solidFill>
                <a:srgbClr val="8F5D48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30" name="Google Shape;2330;p50"/>
            <p:cNvGrpSpPr/>
            <p:nvPr/>
          </p:nvGrpSpPr>
          <p:grpSpPr>
            <a:xfrm>
              <a:off x="3240259" y="1052240"/>
              <a:ext cx="1031754" cy="966798"/>
              <a:chOff x="1932280" y="1331475"/>
              <a:chExt cx="637200" cy="597084"/>
            </a:xfrm>
          </p:grpSpPr>
          <p:sp>
            <p:nvSpPr>
              <p:cNvPr id="2331" name="Google Shape;2331;p50"/>
              <p:cNvSpPr/>
              <p:nvPr/>
            </p:nvSpPr>
            <p:spPr>
              <a:xfrm>
                <a:off x="1932280" y="1393658"/>
                <a:ext cx="637200" cy="5349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2" name="Google Shape;2332;p50"/>
              <p:cNvSpPr/>
              <p:nvPr/>
            </p:nvSpPr>
            <p:spPr>
              <a:xfrm>
                <a:off x="2033687" y="1869127"/>
                <a:ext cx="993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3" name="Google Shape;2333;p50"/>
              <p:cNvSpPr/>
              <p:nvPr/>
            </p:nvSpPr>
            <p:spPr>
              <a:xfrm>
                <a:off x="1977243" y="1857647"/>
                <a:ext cx="38400" cy="39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4" name="Google Shape;2334;p50"/>
              <p:cNvSpPr/>
              <p:nvPr/>
            </p:nvSpPr>
            <p:spPr>
              <a:xfrm>
                <a:off x="2432621" y="1869127"/>
                <a:ext cx="100500" cy="16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5" name="Google Shape;2335;p50"/>
              <p:cNvSpPr/>
              <p:nvPr/>
            </p:nvSpPr>
            <p:spPr>
              <a:xfrm>
                <a:off x="2377133" y="1857647"/>
                <a:ext cx="39300" cy="39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6" name="Google Shape;2336;p50"/>
              <p:cNvSpPr/>
              <p:nvPr/>
            </p:nvSpPr>
            <p:spPr>
              <a:xfrm>
                <a:off x="1932280" y="1331475"/>
                <a:ext cx="637146" cy="62184"/>
              </a:xfrm>
              <a:custGeom>
                <a:rect b="b" l="l" r="r" t="t"/>
                <a:pathLst>
                  <a:path extrusionOk="0" h="71" w="729">
                    <a:moveTo>
                      <a:pt x="695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5" y="0"/>
                      <a:pt x="0" y="15"/>
                      <a:pt x="0" y="34"/>
                    </a:cubicBezTo>
                    <a:cubicBezTo>
                      <a:pt x="0" y="71"/>
                      <a:pt x="0" y="71"/>
                      <a:pt x="0" y="71"/>
                    </a:cubicBezTo>
                    <a:cubicBezTo>
                      <a:pt x="729" y="71"/>
                      <a:pt x="729" y="71"/>
                      <a:pt x="729" y="71"/>
                    </a:cubicBezTo>
                    <a:cubicBezTo>
                      <a:pt x="729" y="34"/>
                      <a:pt x="729" y="34"/>
                      <a:pt x="729" y="34"/>
                    </a:cubicBezTo>
                    <a:cubicBezTo>
                      <a:pt x="729" y="15"/>
                      <a:pt x="714" y="0"/>
                      <a:pt x="69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7" name="Google Shape;2337;p50"/>
              <p:cNvSpPr/>
              <p:nvPr/>
            </p:nvSpPr>
            <p:spPr>
              <a:xfrm>
                <a:off x="1959067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8" name="Google Shape;2338;p50"/>
              <p:cNvSpPr/>
              <p:nvPr/>
            </p:nvSpPr>
            <p:spPr>
              <a:xfrm>
                <a:off x="2003074" y="1348695"/>
                <a:ext cx="288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39" name="Google Shape;2339;p50"/>
              <p:cNvSpPr/>
              <p:nvPr/>
            </p:nvSpPr>
            <p:spPr>
              <a:xfrm>
                <a:off x="2047081" y="1348695"/>
                <a:ext cx="29700" cy="28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0" name="Google Shape;2340;p50"/>
              <p:cNvSpPr/>
              <p:nvPr/>
            </p:nvSpPr>
            <p:spPr>
              <a:xfrm>
                <a:off x="2045167" y="1431925"/>
                <a:ext cx="411300" cy="411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1" name="Google Shape;2341;p50"/>
              <p:cNvSpPr/>
              <p:nvPr/>
            </p:nvSpPr>
            <p:spPr>
              <a:xfrm>
                <a:off x="2115004" y="1502719"/>
                <a:ext cx="264042" cy="264042"/>
              </a:xfrm>
              <a:custGeom>
                <a:rect b="b" l="l" r="r" t="t"/>
                <a:pathLst>
                  <a:path extrusionOk="0" h="301" w="302">
                    <a:moveTo>
                      <a:pt x="151" y="151"/>
                    </a:moveTo>
                    <a:cubicBezTo>
                      <a:pt x="95" y="10"/>
                      <a:pt x="95" y="10"/>
                      <a:pt x="95" y="10"/>
                    </a:cubicBezTo>
                    <a:cubicBezTo>
                      <a:pt x="113" y="4"/>
                      <a:pt x="131" y="0"/>
                      <a:pt x="151" y="0"/>
                    </a:cubicBezTo>
                    <a:cubicBezTo>
                      <a:pt x="234" y="0"/>
                      <a:pt x="302" y="67"/>
                      <a:pt x="302" y="151"/>
                    </a:cubicBezTo>
                    <a:cubicBezTo>
                      <a:pt x="302" y="234"/>
                      <a:pt x="234" y="301"/>
                      <a:pt x="151" y="301"/>
                    </a:cubicBezTo>
                    <a:cubicBezTo>
                      <a:pt x="68" y="301"/>
                      <a:pt x="0" y="234"/>
                      <a:pt x="0" y="151"/>
                    </a:cubicBezTo>
                    <a:cubicBezTo>
                      <a:pt x="0" y="142"/>
                      <a:pt x="1" y="134"/>
                      <a:pt x="2" y="126"/>
                    </a:cubicBezTo>
                    <a:lnTo>
                      <a:pt x="151" y="15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2" name="Google Shape;2342;p50"/>
              <p:cNvSpPr/>
              <p:nvPr/>
            </p:nvSpPr>
            <p:spPr>
              <a:xfrm>
                <a:off x="2093958" y="1495066"/>
                <a:ext cx="130108" cy="123412"/>
              </a:xfrm>
              <a:custGeom>
                <a:rect b="b" l="l" r="r" t="t"/>
                <a:pathLst>
                  <a:path extrusionOk="0" h="141" w="149">
                    <a:moveTo>
                      <a:pt x="0" y="116"/>
                    </a:moveTo>
                    <a:cubicBezTo>
                      <a:pt x="9" y="63"/>
                      <a:pt x="45" y="20"/>
                      <a:pt x="93" y="0"/>
                    </a:cubicBezTo>
                    <a:cubicBezTo>
                      <a:pt x="149" y="141"/>
                      <a:pt x="149" y="141"/>
                      <a:pt x="149" y="141"/>
                    </a:cubicBezTo>
                    <a:lnTo>
                      <a:pt x="0" y="11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43" name="Google Shape;2343;p50"/>
            <p:cNvGrpSpPr/>
            <p:nvPr/>
          </p:nvGrpSpPr>
          <p:grpSpPr>
            <a:xfrm>
              <a:off x="2506206" y="2214150"/>
              <a:ext cx="1122628" cy="1495382"/>
              <a:chOff x="8029471" y="1308462"/>
              <a:chExt cx="617100" cy="822000"/>
            </a:xfrm>
          </p:grpSpPr>
          <p:sp>
            <p:nvSpPr>
              <p:cNvPr id="2344" name="Google Shape;2344;p50"/>
              <p:cNvSpPr/>
              <p:nvPr/>
            </p:nvSpPr>
            <p:spPr>
              <a:xfrm>
                <a:off x="8029471" y="1308462"/>
                <a:ext cx="617100" cy="822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5" name="Google Shape;2345;p50"/>
              <p:cNvSpPr/>
              <p:nvPr/>
            </p:nvSpPr>
            <p:spPr>
              <a:xfrm>
                <a:off x="8079218" y="1651909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6" name="Google Shape;2346;p50"/>
              <p:cNvSpPr/>
              <p:nvPr/>
            </p:nvSpPr>
            <p:spPr>
              <a:xfrm>
                <a:off x="8079218" y="1695916"/>
                <a:ext cx="5349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7" name="Google Shape;2347;p50"/>
              <p:cNvSpPr/>
              <p:nvPr/>
            </p:nvSpPr>
            <p:spPr>
              <a:xfrm>
                <a:off x="8079218" y="1738966"/>
                <a:ext cx="5349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8" name="Google Shape;2348;p50"/>
              <p:cNvSpPr/>
              <p:nvPr/>
            </p:nvSpPr>
            <p:spPr>
              <a:xfrm>
                <a:off x="8079218" y="1782973"/>
                <a:ext cx="3090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49" name="Google Shape;2349;p50"/>
              <p:cNvSpPr/>
              <p:nvPr/>
            </p:nvSpPr>
            <p:spPr>
              <a:xfrm>
                <a:off x="8079218" y="1826981"/>
                <a:ext cx="3090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0" name="Google Shape;2350;p50"/>
              <p:cNvSpPr/>
              <p:nvPr/>
            </p:nvSpPr>
            <p:spPr>
              <a:xfrm>
                <a:off x="8077305" y="1389780"/>
                <a:ext cx="204600" cy="204600"/>
              </a:xfrm>
              <a:prstGeom prst="ellipse">
                <a:avLst/>
              </a:prstGeom>
              <a:solidFill>
                <a:srgbClr val="FF4949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50"/>
              <p:cNvSpPr/>
              <p:nvPr/>
            </p:nvSpPr>
            <p:spPr>
              <a:xfrm>
                <a:off x="8066781" y="1380213"/>
                <a:ext cx="224819" cy="223862"/>
              </a:xfrm>
              <a:custGeom>
                <a:rect b="b" l="l" r="r" t="t"/>
                <a:pathLst>
                  <a:path extrusionOk="0" h="257" w="257">
                    <a:moveTo>
                      <a:pt x="129" y="257"/>
                    </a:moveTo>
                    <a:cubicBezTo>
                      <a:pt x="58" y="257"/>
                      <a:pt x="0" y="199"/>
                      <a:pt x="0" y="128"/>
                    </a:cubicBezTo>
                    <a:cubicBezTo>
                      <a:pt x="0" y="58"/>
                      <a:pt x="58" y="0"/>
                      <a:pt x="129" y="0"/>
                    </a:cubicBezTo>
                    <a:cubicBezTo>
                      <a:pt x="200" y="0"/>
                      <a:pt x="257" y="58"/>
                      <a:pt x="257" y="128"/>
                    </a:cubicBezTo>
                    <a:cubicBezTo>
                      <a:pt x="257" y="135"/>
                      <a:pt x="252" y="140"/>
                      <a:pt x="246" y="140"/>
                    </a:cubicBezTo>
                    <a:cubicBezTo>
                      <a:pt x="240" y="140"/>
                      <a:pt x="234" y="135"/>
                      <a:pt x="234" y="128"/>
                    </a:cubicBezTo>
                    <a:cubicBezTo>
                      <a:pt x="234" y="70"/>
                      <a:pt x="187" y="23"/>
                      <a:pt x="129" y="23"/>
                    </a:cubicBezTo>
                    <a:cubicBezTo>
                      <a:pt x="71" y="23"/>
                      <a:pt x="23" y="70"/>
                      <a:pt x="23" y="128"/>
                    </a:cubicBezTo>
                    <a:cubicBezTo>
                      <a:pt x="23" y="187"/>
                      <a:pt x="71" y="234"/>
                      <a:pt x="129" y="234"/>
                    </a:cubicBezTo>
                    <a:cubicBezTo>
                      <a:pt x="135" y="234"/>
                      <a:pt x="140" y="239"/>
                      <a:pt x="140" y="245"/>
                    </a:cubicBezTo>
                    <a:cubicBezTo>
                      <a:pt x="140" y="252"/>
                      <a:pt x="135" y="257"/>
                      <a:pt x="129" y="257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50"/>
              <p:cNvSpPr/>
              <p:nvPr/>
            </p:nvSpPr>
            <p:spPr>
              <a:xfrm>
                <a:off x="8114615" y="1428047"/>
                <a:ext cx="130200" cy="1281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3" name="Google Shape;2353;p50"/>
              <p:cNvSpPr/>
              <p:nvPr/>
            </p:nvSpPr>
            <p:spPr>
              <a:xfrm>
                <a:off x="8317430" y="1380213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4" name="Google Shape;2354;p50"/>
              <p:cNvSpPr/>
              <p:nvPr/>
            </p:nvSpPr>
            <p:spPr>
              <a:xfrm>
                <a:off x="8317430" y="1424220"/>
                <a:ext cx="2964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5" name="Google Shape;2355;p50"/>
              <p:cNvSpPr/>
              <p:nvPr/>
            </p:nvSpPr>
            <p:spPr>
              <a:xfrm>
                <a:off x="8317430" y="1468227"/>
                <a:ext cx="296400" cy="13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6" name="Google Shape;2356;p50"/>
              <p:cNvSpPr/>
              <p:nvPr/>
            </p:nvSpPr>
            <p:spPr>
              <a:xfrm>
                <a:off x="8317430" y="1512234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7" name="Google Shape;2357;p50"/>
              <p:cNvSpPr/>
              <p:nvPr/>
            </p:nvSpPr>
            <p:spPr>
              <a:xfrm>
                <a:off x="8317430" y="1557198"/>
                <a:ext cx="213300" cy="144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8" name="Google Shape;2358;p50"/>
              <p:cNvSpPr/>
              <p:nvPr/>
            </p:nvSpPr>
            <p:spPr>
              <a:xfrm>
                <a:off x="8190192" y="1887251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9" name="Google Shape;2359;p50"/>
              <p:cNvSpPr/>
              <p:nvPr/>
            </p:nvSpPr>
            <p:spPr>
              <a:xfrm>
                <a:off x="8190192" y="1911168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0" name="Google Shape;2360;p50"/>
              <p:cNvSpPr/>
              <p:nvPr/>
            </p:nvSpPr>
            <p:spPr>
              <a:xfrm>
                <a:off x="8190192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1" name="Google Shape;2361;p50"/>
              <p:cNvSpPr/>
              <p:nvPr/>
            </p:nvSpPr>
            <p:spPr>
              <a:xfrm>
                <a:off x="8079218" y="1887251"/>
                <a:ext cx="79500" cy="7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2" name="Google Shape;2362;p50"/>
              <p:cNvSpPr/>
              <p:nvPr/>
            </p:nvSpPr>
            <p:spPr>
              <a:xfrm>
                <a:off x="8499198" y="1887251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3" name="Google Shape;2363;p50"/>
              <p:cNvSpPr/>
              <p:nvPr/>
            </p:nvSpPr>
            <p:spPr>
              <a:xfrm>
                <a:off x="8499198" y="1911168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50"/>
              <p:cNvSpPr/>
              <p:nvPr/>
            </p:nvSpPr>
            <p:spPr>
              <a:xfrm>
                <a:off x="8499198" y="1935085"/>
                <a:ext cx="831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50"/>
              <p:cNvSpPr/>
              <p:nvPr/>
            </p:nvSpPr>
            <p:spPr>
              <a:xfrm>
                <a:off x="8388224" y="1887251"/>
                <a:ext cx="79500" cy="795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6" name="Google Shape;2366;p50"/>
              <p:cNvSpPr/>
              <p:nvPr/>
            </p:nvSpPr>
            <p:spPr>
              <a:xfrm>
                <a:off x="8190192" y="1999182"/>
                <a:ext cx="1158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7" name="Google Shape;2367;p50"/>
              <p:cNvSpPr/>
              <p:nvPr/>
            </p:nvSpPr>
            <p:spPr>
              <a:xfrm>
                <a:off x="8190192" y="2023099"/>
                <a:ext cx="1158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8" name="Google Shape;2368;p50"/>
              <p:cNvSpPr/>
              <p:nvPr/>
            </p:nvSpPr>
            <p:spPr>
              <a:xfrm>
                <a:off x="8190192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9" name="Google Shape;2369;p50"/>
              <p:cNvSpPr/>
              <p:nvPr/>
            </p:nvSpPr>
            <p:spPr>
              <a:xfrm>
                <a:off x="8079218" y="1999182"/>
                <a:ext cx="79500" cy="79500"/>
              </a:xfrm>
              <a:prstGeom prst="rect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0" name="Google Shape;2370;p50"/>
              <p:cNvSpPr/>
              <p:nvPr/>
            </p:nvSpPr>
            <p:spPr>
              <a:xfrm>
                <a:off x="8499198" y="1999182"/>
                <a:ext cx="114900" cy="75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1" name="Google Shape;2371;p50"/>
              <p:cNvSpPr/>
              <p:nvPr/>
            </p:nvSpPr>
            <p:spPr>
              <a:xfrm>
                <a:off x="8499198" y="2023099"/>
                <a:ext cx="114900" cy="87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2" name="Google Shape;2372;p50"/>
              <p:cNvSpPr/>
              <p:nvPr/>
            </p:nvSpPr>
            <p:spPr>
              <a:xfrm>
                <a:off x="8499198" y="2047973"/>
                <a:ext cx="83100" cy="66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3" name="Google Shape;2373;p50"/>
              <p:cNvSpPr/>
              <p:nvPr/>
            </p:nvSpPr>
            <p:spPr>
              <a:xfrm>
                <a:off x="8388224" y="1999182"/>
                <a:ext cx="79500" cy="795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74" name="Google Shape;2374;p50"/>
            <p:cNvGrpSpPr/>
            <p:nvPr/>
          </p:nvGrpSpPr>
          <p:grpSpPr>
            <a:xfrm>
              <a:off x="2506200" y="917307"/>
              <a:ext cx="540534" cy="882935"/>
              <a:chOff x="6346165" y="636875"/>
              <a:chExt cx="308049" cy="503212"/>
            </a:xfrm>
          </p:grpSpPr>
          <p:sp>
            <p:nvSpPr>
              <p:cNvPr id="2375" name="Google Shape;2375;p50"/>
              <p:cNvSpPr/>
              <p:nvPr/>
            </p:nvSpPr>
            <p:spPr>
              <a:xfrm>
                <a:off x="6347122" y="707669"/>
                <a:ext cx="273610" cy="426678"/>
              </a:xfrm>
              <a:custGeom>
                <a:rect b="b" l="l" r="r" t="t"/>
                <a:pathLst>
                  <a:path extrusionOk="0" h="487" w="313">
                    <a:moveTo>
                      <a:pt x="115" y="395"/>
                    </a:moveTo>
                    <a:cubicBezTo>
                      <a:pt x="111" y="399"/>
                      <a:pt x="109" y="403"/>
                      <a:pt x="106" y="406"/>
                    </a:cubicBezTo>
                    <a:cubicBezTo>
                      <a:pt x="79" y="435"/>
                      <a:pt x="34" y="470"/>
                      <a:pt x="11" y="487"/>
                    </a:cubicBezTo>
                    <a:cubicBezTo>
                      <a:pt x="8" y="485"/>
                      <a:pt x="4" y="483"/>
                      <a:pt x="0" y="480"/>
                    </a:cubicBezTo>
                    <a:cubicBezTo>
                      <a:pt x="5" y="452"/>
                      <a:pt x="16" y="396"/>
                      <a:pt x="29" y="359"/>
                    </a:cubicBezTo>
                    <a:cubicBezTo>
                      <a:pt x="31" y="356"/>
                      <a:pt x="32" y="351"/>
                      <a:pt x="35" y="346"/>
                    </a:cubicBezTo>
                    <a:cubicBezTo>
                      <a:pt x="71" y="277"/>
                      <a:pt x="234" y="51"/>
                      <a:pt x="266" y="6"/>
                    </a:cubicBezTo>
                    <a:cubicBezTo>
                      <a:pt x="269" y="2"/>
                      <a:pt x="273" y="0"/>
                      <a:pt x="276" y="2"/>
                    </a:cubicBezTo>
                    <a:cubicBezTo>
                      <a:pt x="310" y="23"/>
                      <a:pt x="310" y="23"/>
                      <a:pt x="310" y="23"/>
                    </a:cubicBezTo>
                    <a:cubicBezTo>
                      <a:pt x="313" y="24"/>
                      <a:pt x="313" y="29"/>
                      <a:pt x="311" y="34"/>
                    </a:cubicBezTo>
                    <a:cubicBezTo>
                      <a:pt x="286" y="82"/>
                      <a:pt x="159" y="331"/>
                      <a:pt x="115" y="39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6" name="Google Shape;2376;p50"/>
              <p:cNvSpPr/>
              <p:nvPr/>
            </p:nvSpPr>
            <p:spPr>
              <a:xfrm>
                <a:off x="6347122" y="1010936"/>
                <a:ext cx="100451" cy="123412"/>
              </a:xfrm>
              <a:custGeom>
                <a:rect b="b" l="l" r="r" t="t"/>
                <a:pathLst>
                  <a:path extrusionOk="0" h="141" w="115">
                    <a:moveTo>
                      <a:pt x="115" y="49"/>
                    </a:moveTo>
                    <a:cubicBezTo>
                      <a:pt x="111" y="53"/>
                      <a:pt x="109" y="57"/>
                      <a:pt x="106" y="60"/>
                    </a:cubicBezTo>
                    <a:cubicBezTo>
                      <a:pt x="79" y="89"/>
                      <a:pt x="34" y="124"/>
                      <a:pt x="11" y="141"/>
                    </a:cubicBezTo>
                    <a:cubicBezTo>
                      <a:pt x="8" y="139"/>
                      <a:pt x="4" y="137"/>
                      <a:pt x="0" y="134"/>
                    </a:cubicBezTo>
                    <a:cubicBezTo>
                      <a:pt x="5" y="106"/>
                      <a:pt x="16" y="50"/>
                      <a:pt x="29" y="13"/>
                    </a:cubicBezTo>
                    <a:cubicBezTo>
                      <a:pt x="31" y="10"/>
                      <a:pt x="32" y="5"/>
                      <a:pt x="35" y="0"/>
                    </a:cubicBezTo>
                    <a:lnTo>
                      <a:pt x="115" y="49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7" name="Google Shape;2377;p50"/>
              <p:cNvSpPr/>
              <p:nvPr/>
            </p:nvSpPr>
            <p:spPr>
              <a:xfrm>
                <a:off x="6346165" y="1122867"/>
                <a:ext cx="15307" cy="17220"/>
              </a:xfrm>
              <a:custGeom>
                <a:rect b="b" l="l" r="r" t="t"/>
                <a:pathLst>
                  <a:path extrusionOk="0" h="20" w="18">
                    <a:moveTo>
                      <a:pt x="2" y="0"/>
                    </a:moveTo>
                    <a:cubicBezTo>
                      <a:pt x="0" y="13"/>
                      <a:pt x="0" y="13"/>
                      <a:pt x="0" y="13"/>
                    </a:cubicBezTo>
                    <a:cubicBezTo>
                      <a:pt x="0" y="17"/>
                      <a:pt x="4" y="20"/>
                      <a:pt x="8" y="17"/>
                    </a:cubicBezTo>
                    <a:cubicBezTo>
                      <a:pt x="18" y="10"/>
                      <a:pt x="18" y="10"/>
                      <a:pt x="18" y="10"/>
                    </a:cubicBezTo>
                    <a:lnTo>
                      <a:pt x="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8" name="Google Shape;2378;p50"/>
              <p:cNvSpPr/>
              <p:nvPr/>
            </p:nvSpPr>
            <p:spPr>
              <a:xfrm>
                <a:off x="6602554" y="636875"/>
                <a:ext cx="51660" cy="56444"/>
              </a:xfrm>
              <a:custGeom>
                <a:rect b="b" l="l" r="r" t="t"/>
                <a:pathLst>
                  <a:path extrusionOk="0" h="64" w="59">
                    <a:moveTo>
                      <a:pt x="47" y="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37" y="0"/>
                      <a:pt x="26" y="3"/>
                      <a:pt x="20" y="12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33" y="64"/>
                      <a:pt x="33" y="64"/>
                      <a:pt x="33" y="64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9" y="23"/>
                      <a:pt x="56" y="11"/>
                      <a:pt x="47" y="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79" name="Google Shape;2379;p50"/>
              <p:cNvSpPr/>
              <p:nvPr/>
            </p:nvSpPr>
            <p:spPr>
              <a:xfrm>
                <a:off x="6569071" y="710539"/>
                <a:ext cx="81318" cy="192292"/>
              </a:xfrm>
              <a:custGeom>
                <a:rect b="b" l="l" r="r" t="t"/>
                <a:pathLst>
                  <a:path extrusionOk="0" h="220" w="93">
                    <a:moveTo>
                      <a:pt x="0" y="216"/>
                    </a:moveTo>
                    <a:cubicBezTo>
                      <a:pt x="76" y="34"/>
                      <a:pt x="76" y="34"/>
                      <a:pt x="76" y="34"/>
                    </a:cubicBezTo>
                    <a:cubicBezTo>
                      <a:pt x="77" y="32"/>
                      <a:pt x="76" y="31"/>
                      <a:pt x="75" y="30"/>
                    </a:cubicBezTo>
                    <a:cubicBezTo>
                      <a:pt x="46" y="12"/>
                      <a:pt x="46" y="12"/>
                      <a:pt x="46" y="12"/>
                    </a:cubicBezTo>
                    <a:cubicBezTo>
                      <a:pt x="54" y="0"/>
                      <a:pt x="54" y="0"/>
                      <a:pt x="54" y="0"/>
                    </a:cubicBezTo>
                    <a:cubicBezTo>
                      <a:pt x="83" y="17"/>
                      <a:pt x="83" y="17"/>
                      <a:pt x="83" y="17"/>
                    </a:cubicBezTo>
                    <a:cubicBezTo>
                      <a:pt x="90" y="22"/>
                      <a:pt x="93" y="31"/>
                      <a:pt x="90" y="40"/>
                    </a:cubicBezTo>
                    <a:cubicBezTo>
                      <a:pt x="90" y="40"/>
                      <a:pt x="29" y="185"/>
                      <a:pt x="22" y="203"/>
                    </a:cubicBezTo>
                    <a:cubicBezTo>
                      <a:pt x="15" y="220"/>
                      <a:pt x="0" y="216"/>
                      <a:pt x="0" y="21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0" name="Google Shape;2380;p50"/>
              <p:cNvSpPr/>
              <p:nvPr/>
            </p:nvSpPr>
            <p:spPr>
              <a:xfrm>
                <a:off x="6566201" y="677055"/>
                <a:ext cx="74621" cy="62184"/>
              </a:xfrm>
              <a:custGeom>
                <a:rect b="b" l="l" r="r" t="t"/>
                <a:pathLst>
                  <a:path extrusionOk="0" h="71" w="85">
                    <a:moveTo>
                      <a:pt x="83" y="39"/>
                    </a:moveTo>
                    <a:cubicBezTo>
                      <a:pt x="21" y="2"/>
                      <a:pt x="21" y="2"/>
                      <a:pt x="21" y="2"/>
                    </a:cubicBezTo>
                    <a:cubicBezTo>
                      <a:pt x="19" y="0"/>
                      <a:pt x="16" y="2"/>
                      <a:pt x="14" y="4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8"/>
                      <a:pt x="0" y="31"/>
                      <a:pt x="2" y="32"/>
                    </a:cubicBezTo>
                    <a:cubicBezTo>
                      <a:pt x="64" y="70"/>
                      <a:pt x="64" y="70"/>
                      <a:pt x="64" y="70"/>
                    </a:cubicBezTo>
                    <a:cubicBezTo>
                      <a:pt x="67" y="71"/>
                      <a:pt x="70" y="70"/>
                      <a:pt x="71" y="67"/>
                    </a:cubicBezTo>
                    <a:cubicBezTo>
                      <a:pt x="84" y="47"/>
                      <a:pt x="84" y="47"/>
                      <a:pt x="84" y="47"/>
                    </a:cubicBezTo>
                    <a:cubicBezTo>
                      <a:pt x="85" y="44"/>
                      <a:pt x="85" y="41"/>
                      <a:pt x="83" y="3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81" name="Google Shape;2381;p50"/>
            <p:cNvGrpSpPr/>
            <p:nvPr/>
          </p:nvGrpSpPr>
          <p:grpSpPr>
            <a:xfrm>
              <a:off x="2232569" y="835727"/>
              <a:ext cx="415198" cy="415198"/>
              <a:chOff x="1404969" y="1106377"/>
              <a:chExt cx="415198" cy="415198"/>
            </a:xfrm>
          </p:grpSpPr>
          <p:sp>
            <p:nvSpPr>
              <p:cNvPr id="2382" name="Google Shape;2382;p50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83" name="Google Shape;2383;p50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84" name="Google Shape;2384;p50"/>
            <p:cNvSpPr/>
            <p:nvPr/>
          </p:nvSpPr>
          <p:spPr>
            <a:xfrm>
              <a:off x="1551075" y="809699"/>
              <a:ext cx="333550" cy="55017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5" name="Google Shape;2385;p50"/>
            <p:cNvSpPr/>
            <p:nvPr/>
          </p:nvSpPr>
          <p:spPr>
            <a:xfrm>
              <a:off x="1962697" y="1509313"/>
              <a:ext cx="157450" cy="259725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6" name="Google Shape;2386;p50"/>
          <p:cNvSpPr txBox="1"/>
          <p:nvPr>
            <p:ph idx="4294967295" type="title"/>
          </p:nvPr>
        </p:nvSpPr>
        <p:spPr>
          <a:xfrm>
            <a:off x="5190575" y="2055200"/>
            <a:ext cx="996900" cy="7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lt2"/>
                </a:solidFill>
              </a:rPr>
              <a:t>03</a:t>
            </a:r>
            <a:endParaRPr sz="4400">
              <a:solidFill>
                <a:schemeClr val="lt2"/>
              </a:solidFill>
            </a:endParaRPr>
          </a:p>
        </p:txBody>
      </p:sp>
      <p:sp>
        <p:nvSpPr>
          <p:cNvPr id="2387" name="Google Shape;2387;p50"/>
          <p:cNvSpPr txBox="1"/>
          <p:nvPr>
            <p:ph type="title"/>
          </p:nvPr>
        </p:nvSpPr>
        <p:spPr>
          <a:xfrm>
            <a:off x="4832325" y="2934450"/>
            <a:ext cx="3923700" cy="130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000000"/>
                </a:solidFill>
              </a:rPr>
              <a:t>ОПиУ, ОДДС, Баланс</a:t>
            </a:r>
            <a:endParaRPr sz="3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392" name="Shape 2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3" name="Google Shape;2393;p51"/>
          <p:cNvSpPr/>
          <p:nvPr/>
        </p:nvSpPr>
        <p:spPr>
          <a:xfrm>
            <a:off x="320040" y="182880"/>
            <a:ext cx="822900" cy="2559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51"/>
          <p:cNvSpPr/>
          <p:nvPr/>
        </p:nvSpPr>
        <p:spPr>
          <a:xfrm>
            <a:off x="320040" y="182880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ОПУ / P&amp;L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5" name="Google Shape;2395;p51"/>
          <p:cNvSpPr/>
          <p:nvPr/>
        </p:nvSpPr>
        <p:spPr>
          <a:xfrm>
            <a:off x="320040" y="5029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Отчёт о прибылях и убытках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51"/>
          <p:cNvSpPr/>
          <p:nvPr/>
        </p:nvSpPr>
        <p:spPr>
          <a:xfrm>
            <a:off x="320040" y="1115568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Показывает: заработал ли бизнес за период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51"/>
          <p:cNvSpPr/>
          <p:nvPr/>
        </p:nvSpPr>
        <p:spPr>
          <a:xfrm>
            <a:off x="320040" y="1554480"/>
            <a:ext cx="4937700" cy="402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51"/>
          <p:cNvSpPr/>
          <p:nvPr/>
        </p:nvSpPr>
        <p:spPr>
          <a:xfrm>
            <a:off x="320040" y="1554480"/>
            <a:ext cx="54900" cy="4023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9" name="Google Shape;2399;p51"/>
          <p:cNvSpPr/>
          <p:nvPr/>
        </p:nvSpPr>
        <p:spPr>
          <a:xfrm>
            <a:off x="457200" y="1554480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Выручка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0" name="Google Shape;2400;p51"/>
          <p:cNvSpPr/>
          <p:nvPr/>
        </p:nvSpPr>
        <p:spPr>
          <a:xfrm>
            <a:off x="2606040" y="155448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Все продажи за период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51"/>
          <p:cNvSpPr/>
          <p:nvPr/>
        </p:nvSpPr>
        <p:spPr>
          <a:xfrm>
            <a:off x="502920" y="2011680"/>
            <a:ext cx="4755000" cy="4023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51"/>
          <p:cNvSpPr/>
          <p:nvPr/>
        </p:nvSpPr>
        <p:spPr>
          <a:xfrm>
            <a:off x="502920" y="2011680"/>
            <a:ext cx="54900" cy="4023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3" name="Google Shape;2403;p51"/>
          <p:cNvSpPr/>
          <p:nvPr/>
        </p:nvSpPr>
        <p:spPr>
          <a:xfrm>
            <a:off x="640080" y="2011680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— Себестоимость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4" name="Google Shape;2404;p51"/>
          <p:cNvSpPr/>
          <p:nvPr/>
        </p:nvSpPr>
        <p:spPr>
          <a:xfrm>
            <a:off x="2606040" y="201168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Прямые затраты на продукт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5" name="Google Shape;2405;p51"/>
          <p:cNvSpPr/>
          <p:nvPr/>
        </p:nvSpPr>
        <p:spPr>
          <a:xfrm>
            <a:off x="320040" y="2468880"/>
            <a:ext cx="49377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6" name="Google Shape;2406;p51"/>
          <p:cNvSpPr/>
          <p:nvPr/>
        </p:nvSpPr>
        <p:spPr>
          <a:xfrm>
            <a:off x="320040" y="2468880"/>
            <a:ext cx="54900" cy="4023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51"/>
          <p:cNvSpPr/>
          <p:nvPr/>
        </p:nvSpPr>
        <p:spPr>
          <a:xfrm>
            <a:off x="457200" y="2468880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= Валовая прибыль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8" name="Google Shape;2408;p51"/>
          <p:cNvSpPr/>
          <p:nvPr/>
        </p:nvSpPr>
        <p:spPr>
          <a:xfrm>
            <a:off x="2606040" y="246888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Маржа до операционных расходов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9" name="Google Shape;2409;p51"/>
          <p:cNvSpPr/>
          <p:nvPr/>
        </p:nvSpPr>
        <p:spPr>
          <a:xfrm>
            <a:off x="502920" y="2926080"/>
            <a:ext cx="4755000" cy="4023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51"/>
          <p:cNvSpPr/>
          <p:nvPr/>
        </p:nvSpPr>
        <p:spPr>
          <a:xfrm>
            <a:off x="502920" y="2926080"/>
            <a:ext cx="54900" cy="4023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1" name="Google Shape;2411;p51"/>
          <p:cNvSpPr/>
          <p:nvPr/>
        </p:nvSpPr>
        <p:spPr>
          <a:xfrm>
            <a:off x="640080" y="2926080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— Операционные расх.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51"/>
          <p:cNvSpPr/>
          <p:nvPr/>
        </p:nvSpPr>
        <p:spPr>
          <a:xfrm>
            <a:off x="2606040" y="292608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Аренда, зарплаты, маркетинг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3" name="Google Shape;2413;p51"/>
          <p:cNvSpPr/>
          <p:nvPr/>
        </p:nvSpPr>
        <p:spPr>
          <a:xfrm>
            <a:off x="320040" y="3383280"/>
            <a:ext cx="4937700" cy="402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4" name="Google Shape;2414;p51"/>
          <p:cNvSpPr/>
          <p:nvPr/>
        </p:nvSpPr>
        <p:spPr>
          <a:xfrm>
            <a:off x="320040" y="3383280"/>
            <a:ext cx="54900" cy="4023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51"/>
          <p:cNvSpPr/>
          <p:nvPr/>
        </p:nvSpPr>
        <p:spPr>
          <a:xfrm>
            <a:off x="457200" y="3383280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= EBITDA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6" name="Google Shape;2416;p51"/>
          <p:cNvSpPr/>
          <p:nvPr/>
        </p:nvSpPr>
        <p:spPr>
          <a:xfrm>
            <a:off x="2606040" y="338328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До налогов, %%, амортизации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51"/>
          <p:cNvSpPr/>
          <p:nvPr/>
        </p:nvSpPr>
        <p:spPr>
          <a:xfrm>
            <a:off x="502920" y="3840480"/>
            <a:ext cx="4755000" cy="4023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8" name="Google Shape;2418;p51"/>
          <p:cNvSpPr/>
          <p:nvPr/>
        </p:nvSpPr>
        <p:spPr>
          <a:xfrm>
            <a:off x="502920" y="3840480"/>
            <a:ext cx="54900" cy="4023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51"/>
          <p:cNvSpPr/>
          <p:nvPr/>
        </p:nvSpPr>
        <p:spPr>
          <a:xfrm>
            <a:off x="640080" y="3840480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— Налоги, Амортизация, %%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51"/>
          <p:cNvSpPr/>
          <p:nvPr/>
        </p:nvSpPr>
        <p:spPr>
          <a:xfrm>
            <a:off x="2606040" y="384048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Износ активов, налоги, проценты по кредиту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51"/>
          <p:cNvSpPr/>
          <p:nvPr/>
        </p:nvSpPr>
        <p:spPr>
          <a:xfrm>
            <a:off x="320040" y="4297680"/>
            <a:ext cx="4937700" cy="4023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2" name="Google Shape;2422;p51"/>
          <p:cNvSpPr/>
          <p:nvPr/>
        </p:nvSpPr>
        <p:spPr>
          <a:xfrm>
            <a:off x="320040" y="4297680"/>
            <a:ext cx="54900" cy="4023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51"/>
          <p:cNvSpPr/>
          <p:nvPr/>
        </p:nvSpPr>
        <p:spPr>
          <a:xfrm>
            <a:off x="457200" y="4297680"/>
            <a:ext cx="20118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7AE60"/>
                </a:solidFill>
                <a:latin typeface="Calibri"/>
                <a:ea typeface="Calibri"/>
                <a:cs typeface="Calibri"/>
                <a:sym typeface="Calibri"/>
              </a:rPr>
              <a:t>= Чистая прибыль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1"/>
          <p:cNvSpPr/>
          <p:nvPr/>
        </p:nvSpPr>
        <p:spPr>
          <a:xfrm>
            <a:off x="2606040" y="4297680"/>
            <a:ext cx="2560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1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Итог: что осталось владельцу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5" name="Google Shape;2425;p51"/>
          <p:cNvSpPr/>
          <p:nvPr/>
        </p:nvSpPr>
        <p:spPr>
          <a:xfrm>
            <a:off x="5486400" y="1554480"/>
            <a:ext cx="33375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6" name="Google Shape;2426;p51"/>
          <p:cNvSpPr/>
          <p:nvPr/>
        </p:nvSpPr>
        <p:spPr>
          <a:xfrm>
            <a:off x="5486400" y="1554480"/>
            <a:ext cx="3337500" cy="4116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51"/>
          <p:cNvSpPr/>
          <p:nvPr/>
        </p:nvSpPr>
        <p:spPr>
          <a:xfrm>
            <a:off x="5577840" y="1554480"/>
            <a:ext cx="3154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Главное про ОПУ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51"/>
          <p:cNvSpPr/>
          <p:nvPr/>
        </p:nvSpPr>
        <p:spPr>
          <a:xfrm>
            <a:off x="5614416" y="2130552"/>
            <a:ext cx="73200" cy="73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51"/>
          <p:cNvSpPr/>
          <p:nvPr/>
        </p:nvSpPr>
        <p:spPr>
          <a:xfrm>
            <a:off x="5760720" y="2057400"/>
            <a:ext cx="297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Метод начисления — доход фиксируется в момент отгрузки, не оплаты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51"/>
          <p:cNvSpPr/>
          <p:nvPr/>
        </p:nvSpPr>
        <p:spPr>
          <a:xfrm>
            <a:off x="5614416" y="2770632"/>
            <a:ext cx="73200" cy="73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51"/>
          <p:cNvSpPr/>
          <p:nvPr/>
        </p:nvSpPr>
        <p:spPr>
          <a:xfrm>
            <a:off x="5760720" y="2697480"/>
            <a:ext cx="297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Прибыль ≠ деньги на счёте — главный парадокс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51"/>
          <p:cNvSpPr/>
          <p:nvPr/>
        </p:nvSpPr>
        <p:spPr>
          <a:xfrm>
            <a:off x="5614416" y="3410712"/>
            <a:ext cx="73200" cy="73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51"/>
          <p:cNvSpPr/>
          <p:nvPr/>
        </p:nvSpPr>
        <p:spPr>
          <a:xfrm>
            <a:off x="5760720" y="3337560"/>
            <a:ext cx="297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Показывает эффективность бизнес-модели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51"/>
          <p:cNvSpPr/>
          <p:nvPr/>
        </p:nvSpPr>
        <p:spPr>
          <a:xfrm>
            <a:off x="5614416" y="4050792"/>
            <a:ext cx="73200" cy="73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51"/>
          <p:cNvSpPr/>
          <p:nvPr/>
        </p:nvSpPr>
        <p:spPr>
          <a:xfrm>
            <a:off x="5760720" y="3977640"/>
            <a:ext cx="29718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Горизонт: месяц, квартал, год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51"/>
          <p:cNvSpPr/>
          <p:nvPr/>
        </p:nvSpPr>
        <p:spPr>
          <a:xfrm>
            <a:off x="320040" y="4736592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⚠️  Можно показывать прибыль и не иметь денег — поэтому нужен ДДС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7" name="Google Shape;2437;p51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p52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4" name="Google Shape;2444;p52"/>
          <p:cNvSpPr/>
          <p:nvPr/>
        </p:nvSpPr>
        <p:spPr>
          <a:xfrm>
            <a:off x="320040" y="182880"/>
            <a:ext cx="822900" cy="2559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52"/>
          <p:cNvSpPr/>
          <p:nvPr/>
        </p:nvSpPr>
        <p:spPr>
          <a:xfrm>
            <a:off x="320040" y="182880"/>
            <a:ext cx="822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ДДС / ОДДС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52"/>
          <p:cNvSpPr/>
          <p:nvPr/>
        </p:nvSpPr>
        <p:spPr>
          <a:xfrm>
            <a:off x="320040" y="5029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Отчёт о движении денежных средств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52"/>
          <p:cNvSpPr/>
          <p:nvPr/>
        </p:nvSpPr>
        <p:spPr>
          <a:xfrm>
            <a:off x="320040" y="1115568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Показывает: есть ли деньги на счёте и откуда они пришли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52"/>
          <p:cNvSpPr/>
          <p:nvPr/>
        </p:nvSpPr>
        <p:spPr>
          <a:xfrm>
            <a:off x="320040" y="1554480"/>
            <a:ext cx="2743200" cy="310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52"/>
          <p:cNvSpPr/>
          <p:nvPr/>
        </p:nvSpPr>
        <p:spPr>
          <a:xfrm>
            <a:off x="320040" y="1554480"/>
            <a:ext cx="2743200" cy="5943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0" name="Google Shape;2450;p52"/>
          <p:cNvSpPr/>
          <p:nvPr/>
        </p:nvSpPr>
        <p:spPr>
          <a:xfrm>
            <a:off x="429768" y="1554480"/>
            <a:ext cx="252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Операционный поток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1" name="Google Shape;2451;p52"/>
          <p:cNvSpPr/>
          <p:nvPr/>
        </p:nvSpPr>
        <p:spPr>
          <a:xfrm>
            <a:off x="429768" y="1865376"/>
            <a:ext cx="252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Основная деятельность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2" name="Google Shape;2452;p52"/>
          <p:cNvSpPr/>
          <p:nvPr/>
        </p:nvSpPr>
        <p:spPr>
          <a:xfrm>
            <a:off x="448056" y="2267712"/>
            <a:ext cx="201300" cy="2013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3" name="Google Shape;2453;p52"/>
          <p:cNvSpPr/>
          <p:nvPr/>
        </p:nvSpPr>
        <p:spPr>
          <a:xfrm>
            <a:off x="448056" y="2267712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4" name="Google Shape;2454;p52"/>
          <p:cNvSpPr/>
          <p:nvPr/>
        </p:nvSpPr>
        <p:spPr>
          <a:xfrm>
            <a:off x="722376" y="2231136"/>
            <a:ext cx="2212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Оплаты от клиентов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5" name="Google Shape;2455;p52"/>
          <p:cNvCxnSpPr/>
          <p:nvPr/>
        </p:nvCxnSpPr>
        <p:spPr>
          <a:xfrm>
            <a:off x="448056" y="2651760"/>
            <a:ext cx="2487300" cy="0"/>
          </a:xfrm>
          <a:prstGeom prst="straightConnector1">
            <a:avLst/>
          </a:prstGeom>
          <a:noFill/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6" name="Google Shape;2456;p52"/>
          <p:cNvSpPr/>
          <p:nvPr/>
        </p:nvSpPr>
        <p:spPr>
          <a:xfrm>
            <a:off x="448056" y="2743200"/>
            <a:ext cx="201300" cy="2013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52"/>
          <p:cNvSpPr/>
          <p:nvPr/>
        </p:nvSpPr>
        <p:spPr>
          <a:xfrm>
            <a:off x="448056" y="27432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52"/>
          <p:cNvSpPr/>
          <p:nvPr/>
        </p:nvSpPr>
        <p:spPr>
          <a:xfrm>
            <a:off x="722376" y="2706624"/>
            <a:ext cx="2212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Поставщики, зарплата, аренда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52"/>
          <p:cNvSpPr/>
          <p:nvPr/>
        </p:nvSpPr>
        <p:spPr>
          <a:xfrm>
            <a:off x="320040" y="4325112"/>
            <a:ext cx="2743200" cy="338400"/>
          </a:xfrm>
          <a:prstGeom prst="rect">
            <a:avLst/>
          </a:prstGeom>
          <a:solidFill>
            <a:srgbClr val="0D7377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52"/>
          <p:cNvSpPr/>
          <p:nvPr/>
        </p:nvSpPr>
        <p:spPr>
          <a:xfrm>
            <a:off x="429768" y="4325112"/>
            <a:ext cx="2523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Должен быть 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52"/>
          <p:cNvSpPr/>
          <p:nvPr/>
        </p:nvSpPr>
        <p:spPr>
          <a:xfrm>
            <a:off x="3172968" y="1554480"/>
            <a:ext cx="2743200" cy="310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52"/>
          <p:cNvSpPr/>
          <p:nvPr/>
        </p:nvSpPr>
        <p:spPr>
          <a:xfrm>
            <a:off x="3172968" y="1554480"/>
            <a:ext cx="2743200" cy="594300"/>
          </a:xfrm>
          <a:prstGeom prst="rect">
            <a:avLst/>
          </a:prstGeom>
          <a:solidFill>
            <a:srgbClr val="4A62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52"/>
          <p:cNvSpPr/>
          <p:nvPr/>
        </p:nvSpPr>
        <p:spPr>
          <a:xfrm>
            <a:off x="3282696" y="1554480"/>
            <a:ext cx="252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Инвестиционный поток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52"/>
          <p:cNvSpPr/>
          <p:nvPr/>
        </p:nvSpPr>
        <p:spPr>
          <a:xfrm>
            <a:off x="3282696" y="1865376"/>
            <a:ext cx="252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Активы и вложения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52"/>
          <p:cNvSpPr/>
          <p:nvPr/>
        </p:nvSpPr>
        <p:spPr>
          <a:xfrm>
            <a:off x="3300984" y="2267712"/>
            <a:ext cx="201300" cy="2013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52"/>
          <p:cNvSpPr/>
          <p:nvPr/>
        </p:nvSpPr>
        <p:spPr>
          <a:xfrm>
            <a:off x="3300984" y="2267712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52"/>
          <p:cNvSpPr/>
          <p:nvPr/>
        </p:nvSpPr>
        <p:spPr>
          <a:xfrm>
            <a:off x="3575304" y="2231136"/>
            <a:ext cx="2212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Продажа оборудования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8" name="Google Shape;2468;p52"/>
          <p:cNvCxnSpPr/>
          <p:nvPr/>
        </p:nvCxnSpPr>
        <p:spPr>
          <a:xfrm>
            <a:off x="3300984" y="2651760"/>
            <a:ext cx="2487300" cy="0"/>
          </a:xfrm>
          <a:prstGeom prst="straightConnector1">
            <a:avLst/>
          </a:prstGeom>
          <a:noFill/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69" name="Google Shape;2469;p52"/>
          <p:cNvSpPr/>
          <p:nvPr/>
        </p:nvSpPr>
        <p:spPr>
          <a:xfrm>
            <a:off x="3300984" y="2743200"/>
            <a:ext cx="201300" cy="2013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52"/>
          <p:cNvSpPr/>
          <p:nvPr/>
        </p:nvSpPr>
        <p:spPr>
          <a:xfrm>
            <a:off x="3300984" y="27432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52"/>
          <p:cNvSpPr/>
          <p:nvPr/>
        </p:nvSpPr>
        <p:spPr>
          <a:xfrm>
            <a:off x="3575304" y="2706624"/>
            <a:ext cx="2212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Покупка активов, открытие точек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2" name="Google Shape;2472;p52"/>
          <p:cNvSpPr/>
          <p:nvPr/>
        </p:nvSpPr>
        <p:spPr>
          <a:xfrm>
            <a:off x="3172968" y="4325112"/>
            <a:ext cx="2743200" cy="338400"/>
          </a:xfrm>
          <a:prstGeom prst="rect">
            <a:avLst/>
          </a:prstGeom>
          <a:solidFill>
            <a:srgbClr val="4A6274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3" name="Google Shape;2473;p52"/>
          <p:cNvSpPr/>
          <p:nvPr/>
        </p:nvSpPr>
        <p:spPr>
          <a:xfrm>
            <a:off x="3282696" y="4325112"/>
            <a:ext cx="2523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Обычно отрицательный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4" name="Google Shape;2474;p52"/>
          <p:cNvSpPr/>
          <p:nvPr/>
        </p:nvSpPr>
        <p:spPr>
          <a:xfrm>
            <a:off x="6025896" y="1554480"/>
            <a:ext cx="2743200" cy="310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5" name="Google Shape;2475;p52"/>
          <p:cNvSpPr/>
          <p:nvPr/>
        </p:nvSpPr>
        <p:spPr>
          <a:xfrm>
            <a:off x="6025896" y="1554480"/>
            <a:ext cx="2743200" cy="5943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52"/>
          <p:cNvSpPr/>
          <p:nvPr/>
        </p:nvSpPr>
        <p:spPr>
          <a:xfrm>
            <a:off x="6135624" y="1554480"/>
            <a:ext cx="252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Финансовый поток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52"/>
          <p:cNvSpPr/>
          <p:nvPr/>
        </p:nvSpPr>
        <p:spPr>
          <a:xfrm>
            <a:off x="6135624" y="1865376"/>
            <a:ext cx="252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Капитал и долги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8" name="Google Shape;2478;p52"/>
          <p:cNvSpPr/>
          <p:nvPr/>
        </p:nvSpPr>
        <p:spPr>
          <a:xfrm>
            <a:off x="6153912" y="2267712"/>
            <a:ext cx="201300" cy="2013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9" name="Google Shape;2479;p52"/>
          <p:cNvSpPr/>
          <p:nvPr/>
        </p:nvSpPr>
        <p:spPr>
          <a:xfrm>
            <a:off x="6153912" y="2267712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0" name="Google Shape;2480;p52"/>
          <p:cNvSpPr/>
          <p:nvPr/>
        </p:nvSpPr>
        <p:spPr>
          <a:xfrm>
            <a:off x="6428232" y="2231136"/>
            <a:ext cx="2212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Кредиты, взносы учредителя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1" name="Google Shape;2481;p52"/>
          <p:cNvCxnSpPr/>
          <p:nvPr/>
        </p:nvCxnSpPr>
        <p:spPr>
          <a:xfrm>
            <a:off x="6153912" y="2651760"/>
            <a:ext cx="2487300" cy="0"/>
          </a:xfrm>
          <a:prstGeom prst="straightConnector1">
            <a:avLst/>
          </a:prstGeom>
          <a:noFill/>
          <a:ln cap="flat" cmpd="sng" w="9525">
            <a:solidFill>
              <a:srgbClr val="CBD5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2" name="Google Shape;2482;p52"/>
          <p:cNvSpPr/>
          <p:nvPr/>
        </p:nvSpPr>
        <p:spPr>
          <a:xfrm>
            <a:off x="6153912" y="2743200"/>
            <a:ext cx="201300" cy="2013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3" name="Google Shape;2483;p52"/>
          <p:cNvSpPr/>
          <p:nvPr/>
        </p:nvSpPr>
        <p:spPr>
          <a:xfrm>
            <a:off x="6153912" y="2743200"/>
            <a:ext cx="201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4" name="Google Shape;2484;p52"/>
          <p:cNvSpPr/>
          <p:nvPr/>
        </p:nvSpPr>
        <p:spPr>
          <a:xfrm>
            <a:off x="6428232" y="2706624"/>
            <a:ext cx="22128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Погашение долгов, дивиденды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52"/>
          <p:cNvSpPr/>
          <p:nvPr/>
        </p:nvSpPr>
        <p:spPr>
          <a:xfrm>
            <a:off x="6025896" y="4325112"/>
            <a:ext cx="2743200" cy="338400"/>
          </a:xfrm>
          <a:prstGeom prst="rect">
            <a:avLst/>
          </a:prstGeom>
          <a:solidFill>
            <a:srgbClr val="0A2342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52"/>
          <p:cNvSpPr/>
          <p:nvPr/>
        </p:nvSpPr>
        <p:spPr>
          <a:xfrm>
            <a:off x="6135624" y="4325112"/>
            <a:ext cx="25236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Зависит от стадии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52"/>
          <p:cNvSpPr/>
          <p:nvPr/>
        </p:nvSpPr>
        <p:spPr>
          <a:xfrm>
            <a:off x="320040" y="4773168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1" i="1" lang="en" sz="1050" u="none" cap="none" strike="noStrike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Кассовый разрыв — когда операционный поток уходит в минус. Увидеть его за 1–2 месяца — главная задача ДДС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92" name="Shape 2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3" name="Google Shape;2493;p53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53"/>
          <p:cNvSpPr/>
          <p:nvPr/>
        </p:nvSpPr>
        <p:spPr>
          <a:xfrm>
            <a:off x="320040" y="182880"/>
            <a:ext cx="658500" cy="2559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53"/>
          <p:cNvSpPr/>
          <p:nvPr/>
        </p:nvSpPr>
        <p:spPr>
          <a:xfrm>
            <a:off x="320040" y="182880"/>
            <a:ext cx="65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Баланс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6" name="Google Shape;2496;p53"/>
          <p:cNvSpPr/>
          <p:nvPr/>
        </p:nvSpPr>
        <p:spPr>
          <a:xfrm>
            <a:off x="320040" y="502920"/>
            <a:ext cx="85038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Бухгалтерский баланс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53"/>
          <p:cNvSpPr/>
          <p:nvPr/>
        </p:nvSpPr>
        <p:spPr>
          <a:xfrm>
            <a:off x="320040" y="1115568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Показывает: что есть у бизнеса и кому он должен — снимок на конкретную дату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8" name="Google Shape;2498;p53"/>
          <p:cNvSpPr/>
          <p:nvPr/>
        </p:nvSpPr>
        <p:spPr>
          <a:xfrm>
            <a:off x="320040" y="1554480"/>
            <a:ext cx="8503800" cy="438900"/>
          </a:xfrm>
          <a:prstGeom prst="rect">
            <a:avLst/>
          </a:prstGeom>
          <a:solidFill>
            <a:srgbClr val="0A2342">
              <a:alpha val="121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53"/>
          <p:cNvSpPr/>
          <p:nvPr/>
        </p:nvSpPr>
        <p:spPr>
          <a:xfrm>
            <a:off x="320040" y="1554480"/>
            <a:ext cx="85038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Активы  =  Обязательства  +  Капитал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53"/>
          <p:cNvSpPr/>
          <p:nvPr/>
        </p:nvSpPr>
        <p:spPr>
          <a:xfrm>
            <a:off x="320040" y="2103120"/>
            <a:ext cx="4114800" cy="260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1" name="Google Shape;2501;p53"/>
          <p:cNvSpPr/>
          <p:nvPr/>
        </p:nvSpPr>
        <p:spPr>
          <a:xfrm>
            <a:off x="320040" y="2103120"/>
            <a:ext cx="4114800" cy="4116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53"/>
          <p:cNvSpPr/>
          <p:nvPr/>
        </p:nvSpPr>
        <p:spPr>
          <a:xfrm>
            <a:off x="429768" y="2103120"/>
            <a:ext cx="389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АКТИВЫ — что есть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53"/>
          <p:cNvSpPr/>
          <p:nvPr/>
        </p:nvSpPr>
        <p:spPr>
          <a:xfrm>
            <a:off x="429768" y="2633472"/>
            <a:ext cx="63900" cy="7773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53"/>
          <p:cNvSpPr/>
          <p:nvPr/>
        </p:nvSpPr>
        <p:spPr>
          <a:xfrm>
            <a:off x="585216" y="2660904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Внеоборотные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53"/>
          <p:cNvSpPr/>
          <p:nvPr/>
        </p:nvSpPr>
        <p:spPr>
          <a:xfrm>
            <a:off x="585216" y="2962656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Оборудование, недвижимость, нематериальные активы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6" name="Google Shape;2506;p53"/>
          <p:cNvSpPr/>
          <p:nvPr/>
        </p:nvSpPr>
        <p:spPr>
          <a:xfrm>
            <a:off x="429768" y="3639312"/>
            <a:ext cx="63900" cy="7773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7" name="Google Shape;2507;p53"/>
          <p:cNvSpPr/>
          <p:nvPr/>
        </p:nvSpPr>
        <p:spPr>
          <a:xfrm>
            <a:off x="585216" y="3666744"/>
            <a:ext cx="3749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Оборотные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8" name="Google Shape;2508;p53"/>
          <p:cNvSpPr/>
          <p:nvPr/>
        </p:nvSpPr>
        <p:spPr>
          <a:xfrm>
            <a:off x="585216" y="3968496"/>
            <a:ext cx="3749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Деньги, склад, дебиторская задолженность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53"/>
          <p:cNvSpPr/>
          <p:nvPr/>
        </p:nvSpPr>
        <p:spPr>
          <a:xfrm>
            <a:off x="4709160" y="2103120"/>
            <a:ext cx="4114800" cy="26061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53"/>
          <p:cNvSpPr/>
          <p:nvPr/>
        </p:nvSpPr>
        <p:spPr>
          <a:xfrm>
            <a:off x="4709160" y="2103120"/>
            <a:ext cx="4114800" cy="4116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1" name="Google Shape;2511;p53"/>
          <p:cNvSpPr/>
          <p:nvPr/>
        </p:nvSpPr>
        <p:spPr>
          <a:xfrm>
            <a:off x="4818888" y="2103120"/>
            <a:ext cx="3895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ПАССИВЫ — откуда взяли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2" name="Google Shape;2512;p53"/>
          <p:cNvSpPr/>
          <p:nvPr/>
        </p:nvSpPr>
        <p:spPr>
          <a:xfrm>
            <a:off x="4818888" y="2596896"/>
            <a:ext cx="63900" cy="6036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53"/>
          <p:cNvSpPr/>
          <p:nvPr/>
        </p:nvSpPr>
        <p:spPr>
          <a:xfrm>
            <a:off x="4974336" y="2615184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Капитал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4" name="Google Shape;2514;p53"/>
          <p:cNvSpPr/>
          <p:nvPr/>
        </p:nvSpPr>
        <p:spPr>
          <a:xfrm>
            <a:off x="4974336" y="2871216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Вложения учредителей + накопленная прибыль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5" name="Google Shape;2515;p53"/>
          <p:cNvSpPr/>
          <p:nvPr/>
        </p:nvSpPr>
        <p:spPr>
          <a:xfrm>
            <a:off x="4818888" y="3273552"/>
            <a:ext cx="63900" cy="6036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6" name="Google Shape;2516;p53"/>
          <p:cNvSpPr/>
          <p:nvPr/>
        </p:nvSpPr>
        <p:spPr>
          <a:xfrm>
            <a:off x="4974336" y="3291840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Долгосрочные и </a:t>
            </a:r>
            <a:r>
              <a:rPr b="1" lang="en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r>
              <a:rPr b="1" lang="en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раткосрочные</a:t>
            </a:r>
            <a:r>
              <a:rPr b="1" i="0" lang="en" sz="12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 обяз.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7" name="Google Shape;2517;p53"/>
          <p:cNvSpPr/>
          <p:nvPr/>
        </p:nvSpPr>
        <p:spPr>
          <a:xfrm>
            <a:off x="4974336" y="3547872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Кредиты и займы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8" name="Google Shape;2518;p53"/>
          <p:cNvSpPr/>
          <p:nvPr/>
        </p:nvSpPr>
        <p:spPr>
          <a:xfrm>
            <a:off x="4818888" y="3950208"/>
            <a:ext cx="63900" cy="603600"/>
          </a:xfrm>
          <a:prstGeom prst="rect">
            <a:avLst/>
          </a:prstGeom>
          <a:solidFill>
            <a:srgbClr val="0A23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9" name="Google Shape;2519;p53"/>
          <p:cNvSpPr/>
          <p:nvPr/>
        </p:nvSpPr>
        <p:spPr>
          <a:xfrm>
            <a:off x="4974336" y="3968496"/>
            <a:ext cx="3749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Кредиторская задолженность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53"/>
          <p:cNvSpPr/>
          <p:nvPr/>
        </p:nvSpPr>
        <p:spPr>
          <a:xfrm>
            <a:off x="4974336" y="4224528"/>
            <a:ext cx="3749100" cy="30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050"/>
              <a:buFont typeface="Calibri"/>
              <a:buNone/>
            </a:pPr>
            <a:r>
              <a:rPr lang="en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Кому мы должны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53"/>
          <p:cNvSpPr/>
          <p:nvPr/>
        </p:nvSpPr>
        <p:spPr>
          <a:xfrm>
            <a:off x="320040" y="4773168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050"/>
              <a:buFont typeface="Calibri"/>
              <a:buNone/>
            </a:pPr>
            <a:r>
              <a:rPr b="1" i="1" lang="en" sz="10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Баланс всегда сходится: если левая сторона ≠ правой — в учёте ошибка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26" name="Shape 2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7" name="Google Shape;2527;p54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8" name="Google Shape;2528;p54"/>
          <p:cNvSpPr/>
          <p:nvPr/>
        </p:nvSpPr>
        <p:spPr>
          <a:xfrm>
            <a:off x="365760" y="18288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r>
              <a:rPr b="1" i="0" lang="en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ассовый разрыв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9" name="Google Shape;2529;p54"/>
          <p:cNvSpPr/>
          <p:nvPr/>
        </p:nvSpPr>
        <p:spPr>
          <a:xfrm>
            <a:off x="365760" y="86868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Ситуация: онлайн-школа по дизайну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30" name="Google Shape;2530;p54"/>
          <p:cNvGraphicFramePr/>
          <p:nvPr/>
        </p:nvGraphicFramePr>
        <p:xfrm>
          <a:off x="228590" y="193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{F051B0A1-F6C7-4CA7-B010-5D6EF98F7BC6}</a:tableStyleId>
              </a:tblPr>
              <a:tblGrid>
                <a:gridCol w="3200400"/>
                <a:gridCol w="1828800"/>
                <a:gridCol w="1828800"/>
                <a:gridCol w="1828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Октябрь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Ноябрь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Декабрь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Продажи курсов (договоры)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1 200 000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Реальные поступления (30 дней)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Расходы (фикс+переменные)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Прибыль по </a:t>
                      </a: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ОПиУ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E3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Деньги</a:t>
                      </a:r>
                      <a:r>
                        <a:rPr b="1" lang="en" sz="1100" u="none" cap="none" strike="noStrike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на счёте</a:t>
                      </a:r>
                      <a:r>
                        <a:rPr b="1" lang="en" sz="1100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по ОДДС</a:t>
                      </a:r>
                      <a:endParaRPr b="1" sz="1100" u="none" cap="none" strike="noStrike">
                        <a:solidFill>
                          <a:schemeClr val="accent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E3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53E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E3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53E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E3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E53E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❓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</a:tr>
            </a:tbl>
          </a:graphicData>
        </a:graphic>
      </p:graphicFrame>
      <p:sp>
        <p:nvSpPr>
          <p:cNvPr id="2531" name="Google Shape;2531;p54"/>
          <p:cNvSpPr/>
          <p:nvPr/>
        </p:nvSpPr>
        <p:spPr>
          <a:xfrm>
            <a:off x="320090" y="1280265"/>
            <a:ext cx="8503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Допущение: в октябре на счёте 0 ₽, все клиенты платят через 30 дней после подписания договора</a:t>
            </a:r>
            <a:endParaRPr b="1" i="0" sz="1250" u="none" cap="none" strike="noStrike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t/>
            </a:r>
            <a:endParaRPr b="1" sz="125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p55"/>
          <p:cNvSpPr/>
          <p:nvPr/>
        </p:nvSpPr>
        <p:spPr>
          <a:xfrm>
            <a:off x="0" y="0"/>
            <a:ext cx="109800" cy="51435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8" name="Google Shape;2538;p55"/>
          <p:cNvSpPr/>
          <p:nvPr/>
        </p:nvSpPr>
        <p:spPr>
          <a:xfrm>
            <a:off x="365760" y="182880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r>
              <a:rPr b="1" i="0" lang="en" sz="280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ассовый разрыв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9" name="Google Shape;2539;p55"/>
          <p:cNvSpPr/>
          <p:nvPr/>
        </p:nvSpPr>
        <p:spPr>
          <a:xfrm>
            <a:off x="365760" y="86868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274"/>
              </a:buClr>
              <a:buSzPts val="1400"/>
              <a:buFont typeface="Calibri"/>
              <a:buNone/>
            </a:pPr>
            <a:r>
              <a:rPr b="0" i="1" lang="en" sz="1400" u="none" cap="none" strike="noStrike">
                <a:solidFill>
                  <a:srgbClr val="4A6274"/>
                </a:solidFill>
                <a:latin typeface="Calibri"/>
                <a:ea typeface="Calibri"/>
                <a:cs typeface="Calibri"/>
                <a:sym typeface="Calibri"/>
              </a:rPr>
              <a:t>Ситуация: онлайн-школа по дизайну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0" name="Google Shape;2540;p55"/>
          <p:cNvGraphicFramePr/>
          <p:nvPr/>
        </p:nvGraphicFramePr>
        <p:xfrm>
          <a:off x="228590" y="1930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{F051B0A1-F6C7-4CA7-B010-5D6EF98F7BC6}</a:tableStyleId>
              </a:tblPr>
              <a:tblGrid>
                <a:gridCol w="3200400"/>
                <a:gridCol w="1828800"/>
                <a:gridCol w="1828800"/>
                <a:gridCol w="1828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Октябрь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Ноябрь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Декабрь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2342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Продажи курсов (договоры)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1 200 000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Реальные поступления (30 дней)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Расходы (фикс+переменные)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Прибыль по </a:t>
                      </a:r>
                      <a:r>
                        <a:rPr b="1" lang="en" sz="110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ОПиУ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A234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0A234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350 000 ₽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53E3E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>
                          <a:solidFill>
                            <a:schemeClr val="accent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Деньги на счёте по ОДДС</a:t>
                      </a:r>
                      <a:endParaRPr b="1" sz="1100">
                        <a:solidFill>
                          <a:schemeClr val="accent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627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53E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- 550 000</a:t>
                      </a:r>
                      <a:endParaRPr b="1" sz="1100">
                        <a:solidFill>
                          <a:srgbClr val="E53E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53E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- 100 000</a:t>
                      </a:r>
                      <a:endParaRPr b="1" sz="1100">
                        <a:solidFill>
                          <a:srgbClr val="E53E3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rgbClr val="E53E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- 150 000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4F4"/>
                    </a:solidFill>
                  </a:tcPr>
                </a:tc>
              </a:tr>
            </a:tbl>
          </a:graphicData>
        </a:graphic>
      </p:graphicFrame>
      <p:sp>
        <p:nvSpPr>
          <p:cNvPr id="2541" name="Google Shape;2541;p55"/>
          <p:cNvSpPr/>
          <p:nvPr/>
        </p:nvSpPr>
        <p:spPr>
          <a:xfrm>
            <a:off x="320090" y="1280265"/>
            <a:ext cx="8503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rPr b="1" i="0" lang="en" sz="1250" u="none" cap="none" strike="noStrike">
                <a:solidFill>
                  <a:srgbClr val="0A2342"/>
                </a:solidFill>
                <a:latin typeface="Calibri"/>
                <a:ea typeface="Calibri"/>
                <a:cs typeface="Calibri"/>
                <a:sym typeface="Calibri"/>
              </a:rPr>
              <a:t>Допущение: в октябре на счёте 0 ₽, все клиенты платят через 30 дней после подписания договора</a:t>
            </a:r>
            <a:endParaRPr b="1" i="0" sz="1250" u="none" cap="none" strike="noStrike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2342"/>
              </a:buClr>
              <a:buSzPts val="1250"/>
              <a:buFont typeface="Calibri"/>
              <a:buNone/>
            </a:pPr>
            <a:r>
              <a:t/>
            </a:r>
            <a:endParaRPr b="1" sz="1250">
              <a:solidFill>
                <a:srgbClr val="0A23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56"/>
          <p:cNvSpPr txBox="1"/>
          <p:nvPr>
            <p:ph type="title"/>
          </p:nvPr>
        </p:nvSpPr>
        <p:spPr>
          <a:xfrm>
            <a:off x="3871075" y="2969400"/>
            <a:ext cx="4559700" cy="130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56"/>
          <p:cNvSpPr txBox="1"/>
          <p:nvPr>
            <p:ph idx="2" type="title"/>
          </p:nvPr>
        </p:nvSpPr>
        <p:spPr>
          <a:xfrm>
            <a:off x="3871075" y="2425725"/>
            <a:ext cx="996900" cy="70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2548" name="Google Shape;2548;p56"/>
          <p:cNvGrpSpPr/>
          <p:nvPr/>
        </p:nvGrpSpPr>
        <p:grpSpPr>
          <a:xfrm>
            <a:off x="713221" y="502143"/>
            <a:ext cx="2987197" cy="3456293"/>
            <a:chOff x="713221" y="502143"/>
            <a:chExt cx="2987197" cy="3456293"/>
          </a:xfrm>
        </p:grpSpPr>
        <p:grpSp>
          <p:nvGrpSpPr>
            <p:cNvPr id="2549" name="Google Shape;2549;p56"/>
            <p:cNvGrpSpPr/>
            <p:nvPr/>
          </p:nvGrpSpPr>
          <p:grpSpPr>
            <a:xfrm>
              <a:off x="1974337" y="1193591"/>
              <a:ext cx="1726080" cy="1115464"/>
              <a:chOff x="4838012" y="1361547"/>
              <a:chExt cx="951900" cy="615157"/>
            </a:xfrm>
          </p:grpSpPr>
          <p:sp>
            <p:nvSpPr>
              <p:cNvPr id="2550" name="Google Shape;2550;p56"/>
              <p:cNvSpPr/>
              <p:nvPr/>
            </p:nvSpPr>
            <p:spPr>
              <a:xfrm>
                <a:off x="4838012" y="1419903"/>
                <a:ext cx="951900" cy="5568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1" name="Google Shape;2551;p56"/>
              <p:cNvSpPr/>
              <p:nvPr/>
            </p:nvSpPr>
            <p:spPr>
              <a:xfrm>
                <a:off x="4838012" y="1361547"/>
                <a:ext cx="951892" cy="58358"/>
              </a:xfrm>
              <a:custGeom>
                <a:rect b="b" l="l" r="r" t="t"/>
                <a:pathLst>
                  <a:path extrusionOk="0" h="67" w="1089">
                    <a:moveTo>
                      <a:pt x="1057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14" y="0"/>
                      <a:pt x="0" y="15"/>
                      <a:pt x="0" y="32"/>
                    </a:cubicBezTo>
                    <a:cubicBezTo>
                      <a:pt x="0" y="67"/>
                      <a:pt x="0" y="67"/>
                      <a:pt x="0" y="67"/>
                    </a:cubicBezTo>
                    <a:cubicBezTo>
                      <a:pt x="1089" y="67"/>
                      <a:pt x="1089" y="67"/>
                      <a:pt x="1089" y="67"/>
                    </a:cubicBezTo>
                    <a:cubicBezTo>
                      <a:pt x="1089" y="32"/>
                      <a:pt x="1089" y="32"/>
                      <a:pt x="1089" y="32"/>
                    </a:cubicBezTo>
                    <a:cubicBezTo>
                      <a:pt x="1089" y="15"/>
                      <a:pt x="1074" y="0"/>
                      <a:pt x="105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2" name="Google Shape;2552;p56"/>
              <p:cNvSpPr/>
              <p:nvPr/>
            </p:nvSpPr>
            <p:spPr>
              <a:xfrm>
                <a:off x="4863842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3" name="Google Shape;2553;p56"/>
              <p:cNvSpPr/>
              <p:nvPr/>
            </p:nvSpPr>
            <p:spPr>
              <a:xfrm>
                <a:off x="4904979" y="1376853"/>
                <a:ext cx="258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4" name="Google Shape;2554;p56"/>
              <p:cNvSpPr/>
              <p:nvPr/>
            </p:nvSpPr>
            <p:spPr>
              <a:xfrm>
                <a:off x="4945159" y="1376853"/>
                <a:ext cx="26700" cy="276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5" name="Google Shape;2555;p56"/>
              <p:cNvSpPr/>
              <p:nvPr/>
            </p:nvSpPr>
            <p:spPr>
              <a:xfrm>
                <a:off x="4902109" y="1478261"/>
                <a:ext cx="348300" cy="348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6" name="Google Shape;2556;p56"/>
              <p:cNvSpPr/>
              <p:nvPr/>
            </p:nvSpPr>
            <p:spPr>
              <a:xfrm>
                <a:off x="4926026" y="1502178"/>
                <a:ext cx="299440" cy="300397"/>
              </a:xfrm>
              <a:custGeom>
                <a:rect b="b" l="l" r="r" t="t"/>
                <a:pathLst>
                  <a:path extrusionOk="0" h="343" w="342">
                    <a:moveTo>
                      <a:pt x="209" y="5"/>
                    </a:moveTo>
                    <a:cubicBezTo>
                      <a:pt x="197" y="2"/>
                      <a:pt x="184" y="0"/>
                      <a:pt x="171" y="0"/>
                    </a:cubicBezTo>
                    <a:cubicBezTo>
                      <a:pt x="92" y="0"/>
                      <a:pt x="26" y="54"/>
                      <a:pt x="6" y="126"/>
                    </a:cubicBezTo>
                    <a:cubicBezTo>
                      <a:pt x="6" y="128"/>
                      <a:pt x="5" y="130"/>
                      <a:pt x="5" y="131"/>
                    </a:cubicBezTo>
                    <a:cubicBezTo>
                      <a:pt x="4" y="133"/>
                      <a:pt x="4" y="135"/>
                      <a:pt x="3" y="137"/>
                    </a:cubicBezTo>
                    <a:cubicBezTo>
                      <a:pt x="3" y="137"/>
                      <a:pt x="3" y="137"/>
                      <a:pt x="3" y="137"/>
                    </a:cubicBezTo>
                    <a:cubicBezTo>
                      <a:pt x="3" y="139"/>
                      <a:pt x="3" y="141"/>
                      <a:pt x="2" y="142"/>
                    </a:cubicBezTo>
                    <a:cubicBezTo>
                      <a:pt x="2" y="143"/>
                      <a:pt x="2" y="143"/>
                      <a:pt x="2" y="143"/>
                    </a:cubicBezTo>
                    <a:cubicBezTo>
                      <a:pt x="2" y="145"/>
                      <a:pt x="2" y="147"/>
                      <a:pt x="2" y="148"/>
                    </a:cubicBezTo>
                    <a:cubicBezTo>
                      <a:pt x="1" y="150"/>
                      <a:pt x="1" y="152"/>
                      <a:pt x="1" y="153"/>
                    </a:cubicBezTo>
                    <a:cubicBezTo>
                      <a:pt x="1" y="154"/>
                      <a:pt x="1" y="154"/>
                      <a:pt x="1" y="155"/>
                    </a:cubicBezTo>
                    <a:cubicBezTo>
                      <a:pt x="1" y="157"/>
                      <a:pt x="0" y="158"/>
                      <a:pt x="0" y="160"/>
                    </a:cubicBezTo>
                    <a:cubicBezTo>
                      <a:pt x="0" y="162"/>
                      <a:pt x="0" y="163"/>
                      <a:pt x="0" y="165"/>
                    </a:cubicBezTo>
                    <a:cubicBezTo>
                      <a:pt x="0" y="167"/>
                      <a:pt x="0" y="169"/>
                      <a:pt x="0" y="172"/>
                    </a:cubicBezTo>
                    <a:cubicBezTo>
                      <a:pt x="0" y="266"/>
                      <a:pt x="77" y="343"/>
                      <a:pt x="171" y="343"/>
                    </a:cubicBezTo>
                    <a:cubicBezTo>
                      <a:pt x="266" y="343"/>
                      <a:pt x="342" y="266"/>
                      <a:pt x="342" y="172"/>
                    </a:cubicBezTo>
                    <a:cubicBezTo>
                      <a:pt x="342" y="90"/>
                      <a:pt x="285" y="22"/>
                      <a:pt x="209" y="5"/>
                    </a:cubicBezTo>
                    <a:close/>
                    <a:moveTo>
                      <a:pt x="171" y="300"/>
                    </a:moveTo>
                    <a:cubicBezTo>
                      <a:pt x="100" y="300"/>
                      <a:pt x="43" y="242"/>
                      <a:pt x="43" y="172"/>
                    </a:cubicBezTo>
                    <a:cubicBezTo>
                      <a:pt x="43" y="170"/>
                      <a:pt x="43" y="168"/>
                      <a:pt x="43" y="167"/>
                    </a:cubicBezTo>
                    <a:cubicBezTo>
                      <a:pt x="43" y="165"/>
                      <a:pt x="43" y="164"/>
                      <a:pt x="43" y="162"/>
                    </a:cubicBezTo>
                    <a:cubicBezTo>
                      <a:pt x="44" y="159"/>
                      <a:pt x="44" y="155"/>
                      <a:pt x="45" y="152"/>
                    </a:cubicBezTo>
                    <a:cubicBezTo>
                      <a:pt x="45" y="151"/>
                      <a:pt x="45" y="149"/>
                      <a:pt x="45" y="148"/>
                    </a:cubicBezTo>
                    <a:cubicBezTo>
                      <a:pt x="46" y="147"/>
                      <a:pt x="46" y="146"/>
                      <a:pt x="46" y="144"/>
                    </a:cubicBezTo>
                    <a:cubicBezTo>
                      <a:pt x="46" y="143"/>
                      <a:pt x="47" y="142"/>
                      <a:pt x="47" y="140"/>
                    </a:cubicBezTo>
                    <a:cubicBezTo>
                      <a:pt x="48" y="138"/>
                      <a:pt x="48" y="135"/>
                      <a:pt x="49" y="133"/>
                    </a:cubicBezTo>
                    <a:cubicBezTo>
                      <a:pt x="65" y="81"/>
                      <a:pt x="114" y="44"/>
                      <a:pt x="171" y="44"/>
                    </a:cubicBezTo>
                    <a:cubicBezTo>
                      <a:pt x="180" y="44"/>
                      <a:pt x="188" y="44"/>
                      <a:pt x="196" y="46"/>
                    </a:cubicBezTo>
                    <a:cubicBezTo>
                      <a:pt x="197" y="46"/>
                      <a:pt x="199" y="47"/>
                      <a:pt x="200" y="47"/>
                    </a:cubicBezTo>
                    <a:cubicBezTo>
                      <a:pt x="201" y="47"/>
                      <a:pt x="201" y="47"/>
                      <a:pt x="202" y="47"/>
                    </a:cubicBezTo>
                    <a:cubicBezTo>
                      <a:pt x="203" y="48"/>
                      <a:pt x="205" y="48"/>
                      <a:pt x="206" y="48"/>
                    </a:cubicBezTo>
                    <a:cubicBezTo>
                      <a:pt x="206" y="49"/>
                      <a:pt x="206" y="49"/>
                      <a:pt x="206" y="49"/>
                    </a:cubicBezTo>
                    <a:cubicBezTo>
                      <a:pt x="208" y="49"/>
                      <a:pt x="210" y="50"/>
                      <a:pt x="212" y="50"/>
                    </a:cubicBezTo>
                    <a:cubicBezTo>
                      <a:pt x="212" y="50"/>
                      <a:pt x="212" y="50"/>
                      <a:pt x="212" y="50"/>
                    </a:cubicBezTo>
                    <a:cubicBezTo>
                      <a:pt x="214" y="51"/>
                      <a:pt x="215" y="51"/>
                      <a:pt x="217" y="52"/>
                    </a:cubicBezTo>
                    <a:cubicBezTo>
                      <a:pt x="218" y="53"/>
                      <a:pt x="220" y="53"/>
                      <a:pt x="222" y="54"/>
                    </a:cubicBezTo>
                    <a:cubicBezTo>
                      <a:pt x="224" y="55"/>
                      <a:pt x="225" y="56"/>
                      <a:pt x="227" y="56"/>
                    </a:cubicBezTo>
                    <a:cubicBezTo>
                      <a:pt x="227" y="56"/>
                      <a:pt x="227" y="56"/>
                      <a:pt x="227" y="56"/>
                    </a:cubicBezTo>
                    <a:cubicBezTo>
                      <a:pt x="229" y="57"/>
                      <a:pt x="230" y="58"/>
                      <a:pt x="232" y="59"/>
                    </a:cubicBezTo>
                    <a:cubicBezTo>
                      <a:pt x="232" y="59"/>
                      <a:pt x="232" y="59"/>
                      <a:pt x="232" y="59"/>
                    </a:cubicBezTo>
                    <a:cubicBezTo>
                      <a:pt x="234" y="60"/>
                      <a:pt x="235" y="61"/>
                      <a:pt x="237" y="62"/>
                    </a:cubicBezTo>
                    <a:cubicBezTo>
                      <a:pt x="238" y="63"/>
                      <a:pt x="240" y="64"/>
                      <a:pt x="241" y="65"/>
                    </a:cubicBezTo>
                    <a:cubicBezTo>
                      <a:pt x="243" y="65"/>
                      <a:pt x="244" y="66"/>
                      <a:pt x="245" y="67"/>
                    </a:cubicBezTo>
                    <a:cubicBezTo>
                      <a:pt x="246" y="68"/>
                      <a:pt x="246" y="68"/>
                      <a:pt x="246" y="68"/>
                    </a:cubicBezTo>
                    <a:cubicBezTo>
                      <a:pt x="249" y="70"/>
                      <a:pt x="252" y="72"/>
                      <a:pt x="254" y="74"/>
                    </a:cubicBezTo>
                    <a:cubicBezTo>
                      <a:pt x="256" y="75"/>
                      <a:pt x="257" y="77"/>
                      <a:pt x="258" y="78"/>
                    </a:cubicBezTo>
                    <a:cubicBezTo>
                      <a:pt x="260" y="79"/>
                      <a:pt x="261" y="80"/>
                      <a:pt x="262" y="82"/>
                    </a:cubicBezTo>
                    <a:cubicBezTo>
                      <a:pt x="264" y="83"/>
                      <a:pt x="265" y="84"/>
                      <a:pt x="266" y="86"/>
                    </a:cubicBezTo>
                    <a:cubicBezTo>
                      <a:pt x="267" y="87"/>
                      <a:pt x="269" y="89"/>
                      <a:pt x="270" y="90"/>
                    </a:cubicBezTo>
                    <a:cubicBezTo>
                      <a:pt x="271" y="91"/>
                      <a:pt x="272" y="92"/>
                      <a:pt x="273" y="93"/>
                    </a:cubicBezTo>
                    <a:cubicBezTo>
                      <a:pt x="274" y="95"/>
                      <a:pt x="275" y="97"/>
                      <a:pt x="276" y="99"/>
                    </a:cubicBezTo>
                    <a:cubicBezTo>
                      <a:pt x="277" y="100"/>
                      <a:pt x="278" y="101"/>
                      <a:pt x="279" y="103"/>
                    </a:cubicBezTo>
                    <a:cubicBezTo>
                      <a:pt x="279" y="103"/>
                      <a:pt x="279" y="103"/>
                      <a:pt x="279" y="103"/>
                    </a:cubicBezTo>
                    <a:cubicBezTo>
                      <a:pt x="280" y="104"/>
                      <a:pt x="281" y="106"/>
                      <a:pt x="282" y="107"/>
                    </a:cubicBezTo>
                    <a:cubicBezTo>
                      <a:pt x="282" y="108"/>
                      <a:pt x="282" y="108"/>
                      <a:pt x="282" y="108"/>
                    </a:cubicBezTo>
                    <a:cubicBezTo>
                      <a:pt x="283" y="109"/>
                      <a:pt x="284" y="111"/>
                      <a:pt x="285" y="112"/>
                    </a:cubicBezTo>
                    <a:cubicBezTo>
                      <a:pt x="286" y="114"/>
                      <a:pt x="286" y="116"/>
                      <a:pt x="287" y="117"/>
                    </a:cubicBezTo>
                    <a:cubicBezTo>
                      <a:pt x="288" y="119"/>
                      <a:pt x="289" y="120"/>
                      <a:pt x="289" y="122"/>
                    </a:cubicBezTo>
                    <a:cubicBezTo>
                      <a:pt x="289" y="122"/>
                      <a:pt x="289" y="122"/>
                      <a:pt x="289" y="122"/>
                    </a:cubicBezTo>
                    <a:cubicBezTo>
                      <a:pt x="290" y="124"/>
                      <a:pt x="291" y="126"/>
                      <a:pt x="291" y="127"/>
                    </a:cubicBezTo>
                    <a:cubicBezTo>
                      <a:pt x="292" y="129"/>
                      <a:pt x="293" y="131"/>
                      <a:pt x="293" y="133"/>
                    </a:cubicBezTo>
                    <a:cubicBezTo>
                      <a:pt x="294" y="135"/>
                      <a:pt x="294" y="136"/>
                      <a:pt x="295" y="138"/>
                    </a:cubicBezTo>
                    <a:cubicBezTo>
                      <a:pt x="295" y="139"/>
                      <a:pt x="296" y="141"/>
                      <a:pt x="296" y="142"/>
                    </a:cubicBezTo>
                    <a:cubicBezTo>
                      <a:pt x="296" y="143"/>
                      <a:pt x="296" y="144"/>
                      <a:pt x="296" y="144"/>
                    </a:cubicBezTo>
                    <a:cubicBezTo>
                      <a:pt x="297" y="146"/>
                      <a:pt x="297" y="147"/>
                      <a:pt x="297" y="149"/>
                    </a:cubicBezTo>
                    <a:cubicBezTo>
                      <a:pt x="297" y="149"/>
                      <a:pt x="297" y="149"/>
                      <a:pt x="297" y="149"/>
                    </a:cubicBezTo>
                    <a:cubicBezTo>
                      <a:pt x="298" y="151"/>
                      <a:pt x="298" y="152"/>
                      <a:pt x="298" y="154"/>
                    </a:cubicBezTo>
                    <a:cubicBezTo>
                      <a:pt x="298" y="154"/>
                      <a:pt x="298" y="155"/>
                      <a:pt x="298" y="155"/>
                    </a:cubicBezTo>
                    <a:cubicBezTo>
                      <a:pt x="298" y="157"/>
                      <a:pt x="299" y="158"/>
                      <a:pt x="299" y="160"/>
                    </a:cubicBezTo>
                    <a:cubicBezTo>
                      <a:pt x="299" y="160"/>
                      <a:pt x="299" y="160"/>
                      <a:pt x="299" y="160"/>
                    </a:cubicBezTo>
                    <a:cubicBezTo>
                      <a:pt x="299" y="164"/>
                      <a:pt x="299" y="168"/>
                      <a:pt x="299" y="172"/>
                    </a:cubicBezTo>
                    <a:cubicBezTo>
                      <a:pt x="299" y="242"/>
                      <a:pt x="242" y="300"/>
                      <a:pt x="171" y="30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7" name="Google Shape;2557;p56"/>
              <p:cNvSpPr/>
              <p:nvPr/>
            </p:nvSpPr>
            <p:spPr>
              <a:xfrm>
                <a:off x="4926026" y="1506961"/>
                <a:ext cx="299440" cy="295613"/>
              </a:xfrm>
              <a:custGeom>
                <a:rect b="b" l="l" r="r" t="t"/>
                <a:pathLst>
                  <a:path extrusionOk="0" h="338" w="342">
                    <a:moveTo>
                      <a:pt x="209" y="0"/>
                    </a:moveTo>
                    <a:cubicBezTo>
                      <a:pt x="196" y="41"/>
                      <a:pt x="196" y="41"/>
                      <a:pt x="196" y="41"/>
                    </a:cubicBezTo>
                    <a:cubicBezTo>
                      <a:pt x="197" y="41"/>
                      <a:pt x="199" y="42"/>
                      <a:pt x="200" y="42"/>
                    </a:cubicBezTo>
                    <a:cubicBezTo>
                      <a:pt x="201" y="42"/>
                      <a:pt x="201" y="42"/>
                      <a:pt x="202" y="42"/>
                    </a:cubicBezTo>
                    <a:cubicBezTo>
                      <a:pt x="203" y="43"/>
                      <a:pt x="205" y="43"/>
                      <a:pt x="206" y="43"/>
                    </a:cubicBezTo>
                    <a:cubicBezTo>
                      <a:pt x="206" y="44"/>
                      <a:pt x="206" y="44"/>
                      <a:pt x="206" y="44"/>
                    </a:cubicBezTo>
                    <a:cubicBezTo>
                      <a:pt x="208" y="44"/>
                      <a:pt x="210" y="45"/>
                      <a:pt x="212" y="45"/>
                    </a:cubicBezTo>
                    <a:cubicBezTo>
                      <a:pt x="212" y="45"/>
                      <a:pt x="212" y="45"/>
                      <a:pt x="212" y="45"/>
                    </a:cubicBezTo>
                    <a:cubicBezTo>
                      <a:pt x="214" y="46"/>
                      <a:pt x="215" y="46"/>
                      <a:pt x="217" y="47"/>
                    </a:cubicBezTo>
                    <a:cubicBezTo>
                      <a:pt x="219" y="48"/>
                      <a:pt x="220" y="48"/>
                      <a:pt x="222" y="49"/>
                    </a:cubicBezTo>
                    <a:cubicBezTo>
                      <a:pt x="224" y="50"/>
                      <a:pt x="225" y="51"/>
                      <a:pt x="227" y="51"/>
                    </a:cubicBezTo>
                    <a:cubicBezTo>
                      <a:pt x="227" y="51"/>
                      <a:pt x="227" y="51"/>
                      <a:pt x="227" y="51"/>
                    </a:cubicBezTo>
                    <a:cubicBezTo>
                      <a:pt x="229" y="52"/>
                      <a:pt x="230" y="53"/>
                      <a:pt x="232" y="54"/>
                    </a:cubicBezTo>
                    <a:cubicBezTo>
                      <a:pt x="232" y="54"/>
                      <a:pt x="232" y="54"/>
                      <a:pt x="232" y="54"/>
                    </a:cubicBezTo>
                    <a:cubicBezTo>
                      <a:pt x="234" y="55"/>
                      <a:pt x="235" y="56"/>
                      <a:pt x="237" y="57"/>
                    </a:cubicBezTo>
                    <a:cubicBezTo>
                      <a:pt x="238" y="58"/>
                      <a:pt x="240" y="58"/>
                      <a:pt x="241" y="60"/>
                    </a:cubicBezTo>
                    <a:cubicBezTo>
                      <a:pt x="243" y="60"/>
                      <a:pt x="244" y="61"/>
                      <a:pt x="245" y="62"/>
                    </a:cubicBezTo>
                    <a:cubicBezTo>
                      <a:pt x="246" y="63"/>
                      <a:pt x="246" y="63"/>
                      <a:pt x="246" y="63"/>
                    </a:cubicBezTo>
                    <a:cubicBezTo>
                      <a:pt x="249" y="65"/>
                      <a:pt x="252" y="67"/>
                      <a:pt x="254" y="69"/>
                    </a:cubicBezTo>
                    <a:cubicBezTo>
                      <a:pt x="256" y="70"/>
                      <a:pt x="257" y="72"/>
                      <a:pt x="258" y="73"/>
                    </a:cubicBezTo>
                    <a:cubicBezTo>
                      <a:pt x="260" y="74"/>
                      <a:pt x="261" y="75"/>
                      <a:pt x="262" y="77"/>
                    </a:cubicBezTo>
                    <a:cubicBezTo>
                      <a:pt x="264" y="78"/>
                      <a:pt x="265" y="79"/>
                      <a:pt x="266" y="81"/>
                    </a:cubicBezTo>
                    <a:cubicBezTo>
                      <a:pt x="267" y="82"/>
                      <a:pt x="269" y="84"/>
                      <a:pt x="270" y="85"/>
                    </a:cubicBezTo>
                    <a:cubicBezTo>
                      <a:pt x="271" y="86"/>
                      <a:pt x="272" y="87"/>
                      <a:pt x="273" y="88"/>
                    </a:cubicBezTo>
                    <a:cubicBezTo>
                      <a:pt x="274" y="90"/>
                      <a:pt x="275" y="92"/>
                      <a:pt x="276" y="93"/>
                    </a:cubicBezTo>
                    <a:cubicBezTo>
                      <a:pt x="277" y="95"/>
                      <a:pt x="278" y="96"/>
                      <a:pt x="279" y="98"/>
                    </a:cubicBezTo>
                    <a:cubicBezTo>
                      <a:pt x="279" y="98"/>
                      <a:pt x="279" y="98"/>
                      <a:pt x="279" y="98"/>
                    </a:cubicBezTo>
                    <a:cubicBezTo>
                      <a:pt x="280" y="99"/>
                      <a:pt x="281" y="101"/>
                      <a:pt x="282" y="102"/>
                    </a:cubicBezTo>
                    <a:cubicBezTo>
                      <a:pt x="282" y="103"/>
                      <a:pt x="282" y="103"/>
                      <a:pt x="282" y="103"/>
                    </a:cubicBezTo>
                    <a:cubicBezTo>
                      <a:pt x="283" y="104"/>
                      <a:pt x="284" y="106"/>
                      <a:pt x="285" y="107"/>
                    </a:cubicBezTo>
                    <a:cubicBezTo>
                      <a:pt x="286" y="109"/>
                      <a:pt x="286" y="110"/>
                      <a:pt x="287" y="112"/>
                    </a:cubicBezTo>
                    <a:cubicBezTo>
                      <a:pt x="288" y="114"/>
                      <a:pt x="289" y="115"/>
                      <a:pt x="289" y="117"/>
                    </a:cubicBezTo>
                    <a:cubicBezTo>
                      <a:pt x="289" y="117"/>
                      <a:pt x="289" y="117"/>
                      <a:pt x="289" y="117"/>
                    </a:cubicBezTo>
                    <a:cubicBezTo>
                      <a:pt x="290" y="119"/>
                      <a:pt x="291" y="121"/>
                      <a:pt x="291" y="122"/>
                    </a:cubicBezTo>
                    <a:cubicBezTo>
                      <a:pt x="292" y="124"/>
                      <a:pt x="293" y="126"/>
                      <a:pt x="293" y="128"/>
                    </a:cubicBezTo>
                    <a:cubicBezTo>
                      <a:pt x="294" y="130"/>
                      <a:pt x="294" y="131"/>
                      <a:pt x="295" y="133"/>
                    </a:cubicBezTo>
                    <a:cubicBezTo>
                      <a:pt x="295" y="134"/>
                      <a:pt x="296" y="136"/>
                      <a:pt x="296" y="137"/>
                    </a:cubicBezTo>
                    <a:cubicBezTo>
                      <a:pt x="296" y="138"/>
                      <a:pt x="296" y="139"/>
                      <a:pt x="296" y="139"/>
                    </a:cubicBezTo>
                    <a:cubicBezTo>
                      <a:pt x="297" y="141"/>
                      <a:pt x="297" y="142"/>
                      <a:pt x="297" y="144"/>
                    </a:cubicBezTo>
                    <a:cubicBezTo>
                      <a:pt x="297" y="144"/>
                      <a:pt x="297" y="144"/>
                      <a:pt x="297" y="144"/>
                    </a:cubicBezTo>
                    <a:cubicBezTo>
                      <a:pt x="298" y="146"/>
                      <a:pt x="298" y="147"/>
                      <a:pt x="298" y="149"/>
                    </a:cubicBezTo>
                    <a:cubicBezTo>
                      <a:pt x="298" y="149"/>
                      <a:pt x="298" y="150"/>
                      <a:pt x="298" y="150"/>
                    </a:cubicBezTo>
                    <a:cubicBezTo>
                      <a:pt x="298" y="152"/>
                      <a:pt x="299" y="153"/>
                      <a:pt x="299" y="155"/>
                    </a:cubicBezTo>
                    <a:cubicBezTo>
                      <a:pt x="299" y="155"/>
                      <a:pt x="299" y="155"/>
                      <a:pt x="299" y="155"/>
                    </a:cubicBezTo>
                    <a:cubicBezTo>
                      <a:pt x="299" y="159"/>
                      <a:pt x="299" y="163"/>
                      <a:pt x="299" y="167"/>
                    </a:cubicBezTo>
                    <a:cubicBezTo>
                      <a:pt x="299" y="170"/>
                      <a:pt x="299" y="172"/>
                      <a:pt x="299" y="175"/>
                    </a:cubicBezTo>
                    <a:cubicBezTo>
                      <a:pt x="295" y="242"/>
                      <a:pt x="239" y="295"/>
                      <a:pt x="171" y="295"/>
                    </a:cubicBezTo>
                    <a:cubicBezTo>
                      <a:pt x="100" y="295"/>
                      <a:pt x="43" y="237"/>
                      <a:pt x="43" y="167"/>
                    </a:cubicBezTo>
                    <a:cubicBezTo>
                      <a:pt x="43" y="165"/>
                      <a:pt x="43" y="163"/>
                      <a:pt x="43" y="162"/>
                    </a:cubicBezTo>
                    <a:cubicBezTo>
                      <a:pt x="43" y="160"/>
                      <a:pt x="43" y="159"/>
                      <a:pt x="43" y="157"/>
                    </a:cubicBezTo>
                    <a:cubicBezTo>
                      <a:pt x="44" y="154"/>
                      <a:pt x="44" y="150"/>
                      <a:pt x="45" y="147"/>
                    </a:cubicBezTo>
                    <a:cubicBezTo>
                      <a:pt x="45" y="146"/>
                      <a:pt x="45" y="144"/>
                      <a:pt x="45" y="143"/>
                    </a:cubicBezTo>
                    <a:cubicBezTo>
                      <a:pt x="45" y="142"/>
                      <a:pt x="46" y="140"/>
                      <a:pt x="46" y="139"/>
                    </a:cubicBezTo>
                    <a:cubicBezTo>
                      <a:pt x="46" y="138"/>
                      <a:pt x="47" y="137"/>
                      <a:pt x="47" y="135"/>
                    </a:cubicBezTo>
                    <a:cubicBezTo>
                      <a:pt x="48" y="133"/>
                      <a:pt x="48" y="131"/>
                      <a:pt x="49" y="128"/>
                    </a:cubicBezTo>
                    <a:cubicBezTo>
                      <a:pt x="6" y="121"/>
                      <a:pt x="6" y="121"/>
                      <a:pt x="6" y="121"/>
                    </a:cubicBezTo>
                    <a:cubicBezTo>
                      <a:pt x="6" y="123"/>
                      <a:pt x="5" y="125"/>
                      <a:pt x="5" y="126"/>
                    </a:cubicBezTo>
                    <a:cubicBezTo>
                      <a:pt x="4" y="128"/>
                      <a:pt x="4" y="130"/>
                      <a:pt x="3" y="132"/>
                    </a:cubicBezTo>
                    <a:cubicBezTo>
                      <a:pt x="3" y="132"/>
                      <a:pt x="3" y="132"/>
                      <a:pt x="3" y="132"/>
                    </a:cubicBezTo>
                    <a:cubicBezTo>
                      <a:pt x="3" y="134"/>
                      <a:pt x="3" y="136"/>
                      <a:pt x="2" y="137"/>
                    </a:cubicBezTo>
                    <a:cubicBezTo>
                      <a:pt x="2" y="138"/>
                      <a:pt x="2" y="138"/>
                      <a:pt x="2" y="138"/>
                    </a:cubicBezTo>
                    <a:cubicBezTo>
                      <a:pt x="2" y="140"/>
                      <a:pt x="2" y="142"/>
                      <a:pt x="2" y="143"/>
                    </a:cubicBezTo>
                    <a:cubicBezTo>
                      <a:pt x="1" y="145"/>
                      <a:pt x="1" y="147"/>
                      <a:pt x="1" y="148"/>
                    </a:cubicBezTo>
                    <a:cubicBezTo>
                      <a:pt x="1" y="149"/>
                      <a:pt x="1" y="149"/>
                      <a:pt x="1" y="150"/>
                    </a:cubicBezTo>
                    <a:cubicBezTo>
                      <a:pt x="1" y="151"/>
                      <a:pt x="0" y="153"/>
                      <a:pt x="0" y="155"/>
                    </a:cubicBezTo>
                    <a:cubicBezTo>
                      <a:pt x="0" y="157"/>
                      <a:pt x="0" y="158"/>
                      <a:pt x="0" y="160"/>
                    </a:cubicBezTo>
                    <a:cubicBezTo>
                      <a:pt x="0" y="162"/>
                      <a:pt x="0" y="164"/>
                      <a:pt x="0" y="167"/>
                    </a:cubicBezTo>
                    <a:cubicBezTo>
                      <a:pt x="0" y="261"/>
                      <a:pt x="77" y="338"/>
                      <a:pt x="171" y="338"/>
                    </a:cubicBezTo>
                    <a:cubicBezTo>
                      <a:pt x="263" y="338"/>
                      <a:pt x="338" y="266"/>
                      <a:pt x="342" y="175"/>
                    </a:cubicBezTo>
                    <a:cubicBezTo>
                      <a:pt x="342" y="172"/>
                      <a:pt x="342" y="170"/>
                      <a:pt x="342" y="167"/>
                    </a:cubicBezTo>
                    <a:cubicBezTo>
                      <a:pt x="342" y="85"/>
                      <a:pt x="285" y="17"/>
                      <a:pt x="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8" name="Google Shape;2558;p56"/>
              <p:cNvSpPr/>
              <p:nvPr/>
            </p:nvSpPr>
            <p:spPr>
              <a:xfrm>
                <a:off x="5076224" y="1660030"/>
                <a:ext cx="149241" cy="142545"/>
              </a:xfrm>
              <a:custGeom>
                <a:rect b="b" l="l" r="r" t="t"/>
                <a:pathLst>
                  <a:path extrusionOk="0" h="163" w="171">
                    <a:moveTo>
                      <a:pt x="171" y="0"/>
                    </a:moveTo>
                    <a:cubicBezTo>
                      <a:pt x="167" y="91"/>
                      <a:pt x="92" y="163"/>
                      <a:pt x="0" y="163"/>
                    </a:cubicBezTo>
                    <a:cubicBezTo>
                      <a:pt x="0" y="120"/>
                      <a:pt x="0" y="120"/>
                      <a:pt x="0" y="120"/>
                    </a:cubicBezTo>
                    <a:cubicBezTo>
                      <a:pt x="68" y="120"/>
                      <a:pt x="124" y="67"/>
                      <a:pt x="128" y="0"/>
                    </a:cubicBezTo>
                    <a:lnTo>
                      <a:pt x="17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9" name="Google Shape;2559;p56"/>
              <p:cNvSpPr/>
              <p:nvPr/>
            </p:nvSpPr>
            <p:spPr>
              <a:xfrm>
                <a:off x="5313479" y="1549055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0" name="Google Shape;2560;p56"/>
              <p:cNvSpPr/>
              <p:nvPr/>
            </p:nvSpPr>
            <p:spPr>
              <a:xfrm>
                <a:off x="5313479" y="1610282"/>
                <a:ext cx="4125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1" name="Google Shape;2561;p56"/>
              <p:cNvSpPr/>
              <p:nvPr/>
            </p:nvSpPr>
            <p:spPr>
              <a:xfrm>
                <a:off x="5313479" y="1671510"/>
                <a:ext cx="323400" cy="231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2" name="Google Shape;2562;p56"/>
              <p:cNvSpPr/>
              <p:nvPr/>
            </p:nvSpPr>
            <p:spPr>
              <a:xfrm>
                <a:off x="5313479" y="1732737"/>
                <a:ext cx="205800" cy="240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3" name="Google Shape;2563;p56"/>
              <p:cNvSpPr/>
              <p:nvPr/>
            </p:nvSpPr>
            <p:spPr>
              <a:xfrm>
                <a:off x="4970989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4" name="Google Shape;2564;p56"/>
              <p:cNvSpPr/>
              <p:nvPr/>
            </p:nvSpPr>
            <p:spPr>
              <a:xfrm>
                <a:off x="4889672" y="1867628"/>
                <a:ext cx="57600" cy="5760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5" name="Google Shape;2565;p56"/>
              <p:cNvSpPr/>
              <p:nvPr/>
            </p:nvSpPr>
            <p:spPr>
              <a:xfrm>
                <a:off x="5257036" y="1884848"/>
                <a:ext cx="1455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6" name="Google Shape;2566;p56"/>
              <p:cNvSpPr/>
              <p:nvPr/>
            </p:nvSpPr>
            <p:spPr>
              <a:xfrm>
                <a:off x="5175718" y="1867628"/>
                <a:ext cx="57600" cy="576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7" name="Google Shape;2567;p56"/>
              <p:cNvSpPr/>
              <p:nvPr/>
            </p:nvSpPr>
            <p:spPr>
              <a:xfrm>
                <a:off x="5543081" y="1884848"/>
                <a:ext cx="144600" cy="22200"/>
              </a:xfrm>
              <a:prstGeom prst="rect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8" name="Google Shape;2568;p56"/>
              <p:cNvSpPr/>
              <p:nvPr/>
            </p:nvSpPr>
            <p:spPr>
              <a:xfrm>
                <a:off x="5461764" y="1867628"/>
                <a:ext cx="56400" cy="57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9" name="Google Shape;2569;p56"/>
            <p:cNvGrpSpPr/>
            <p:nvPr/>
          </p:nvGrpSpPr>
          <p:grpSpPr>
            <a:xfrm>
              <a:off x="1442946" y="949677"/>
              <a:ext cx="437992" cy="437992"/>
              <a:chOff x="1309269" y="3291652"/>
              <a:chExt cx="415198" cy="415198"/>
            </a:xfrm>
          </p:grpSpPr>
          <p:sp>
            <p:nvSpPr>
              <p:cNvPr id="2570" name="Google Shape;2570;p56"/>
              <p:cNvSpPr/>
              <p:nvPr/>
            </p:nvSpPr>
            <p:spPr>
              <a:xfrm>
                <a:off x="1309269" y="3291652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56"/>
              <p:cNvSpPr/>
              <p:nvPr/>
            </p:nvSpPr>
            <p:spPr>
              <a:xfrm>
                <a:off x="1364756" y="3349053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72" name="Google Shape;2572;p56"/>
            <p:cNvSpPr/>
            <p:nvPr/>
          </p:nvSpPr>
          <p:spPr>
            <a:xfrm>
              <a:off x="3052028" y="502143"/>
              <a:ext cx="560784" cy="924988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3" name="Google Shape;2573;p56"/>
            <p:cNvSpPr/>
            <p:nvPr/>
          </p:nvSpPr>
          <p:spPr>
            <a:xfrm>
              <a:off x="3003630" y="2329937"/>
              <a:ext cx="269949" cy="266432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4" name="Google Shape;2574;p56"/>
            <p:cNvSpPr/>
            <p:nvPr/>
          </p:nvSpPr>
          <p:spPr>
            <a:xfrm>
              <a:off x="3003613" y="2807213"/>
              <a:ext cx="166095" cy="273984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75" name="Google Shape;2575;p56"/>
            <p:cNvGrpSpPr/>
            <p:nvPr/>
          </p:nvGrpSpPr>
          <p:grpSpPr>
            <a:xfrm>
              <a:off x="713221" y="1546974"/>
              <a:ext cx="1380702" cy="2411461"/>
              <a:chOff x="713221" y="1546974"/>
              <a:chExt cx="1380702" cy="2411461"/>
            </a:xfrm>
          </p:grpSpPr>
          <p:sp>
            <p:nvSpPr>
              <p:cNvPr id="2576" name="Google Shape;2576;p56"/>
              <p:cNvSpPr/>
              <p:nvPr/>
            </p:nvSpPr>
            <p:spPr>
              <a:xfrm flipH="1">
                <a:off x="1210219" y="1617779"/>
                <a:ext cx="451384" cy="297518"/>
              </a:xfrm>
              <a:custGeom>
                <a:rect b="b" l="l" r="r" t="t"/>
                <a:pathLst>
                  <a:path extrusionOk="0" h="334" w="506">
                    <a:moveTo>
                      <a:pt x="258" y="0"/>
                    </a:moveTo>
                    <a:cubicBezTo>
                      <a:pt x="376" y="15"/>
                      <a:pt x="376" y="15"/>
                      <a:pt x="376" y="15"/>
                    </a:cubicBezTo>
                    <a:cubicBezTo>
                      <a:pt x="376" y="15"/>
                      <a:pt x="506" y="234"/>
                      <a:pt x="312" y="313"/>
                    </a:cubicBezTo>
                    <a:cubicBezTo>
                      <a:pt x="308" y="321"/>
                      <a:pt x="249" y="334"/>
                      <a:pt x="216" y="329"/>
                    </a:cubicBezTo>
                    <a:cubicBezTo>
                      <a:pt x="0" y="309"/>
                      <a:pt x="65" y="107"/>
                      <a:pt x="92" y="17"/>
                    </a:cubicBezTo>
                    <a:cubicBezTo>
                      <a:pt x="258" y="0"/>
                      <a:pt x="258" y="0"/>
                      <a:pt x="258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7" name="Google Shape;2577;p56"/>
              <p:cNvSpPr/>
              <p:nvPr/>
            </p:nvSpPr>
            <p:spPr>
              <a:xfrm flipH="1">
                <a:off x="892277" y="2443613"/>
                <a:ext cx="815622" cy="1284027"/>
              </a:xfrm>
              <a:custGeom>
                <a:rect b="b" l="l" r="r" t="t"/>
                <a:pathLst>
                  <a:path extrusionOk="0" h="1439" w="914">
                    <a:moveTo>
                      <a:pt x="7" y="256"/>
                    </a:moveTo>
                    <a:cubicBezTo>
                      <a:pt x="8" y="267"/>
                      <a:pt x="10" y="286"/>
                      <a:pt x="14" y="313"/>
                    </a:cubicBezTo>
                    <a:cubicBezTo>
                      <a:pt x="49" y="572"/>
                      <a:pt x="205" y="1439"/>
                      <a:pt x="205" y="1439"/>
                    </a:cubicBezTo>
                    <a:cubicBezTo>
                      <a:pt x="357" y="1439"/>
                      <a:pt x="357" y="1439"/>
                      <a:pt x="357" y="1439"/>
                    </a:cubicBezTo>
                    <a:cubicBezTo>
                      <a:pt x="307" y="363"/>
                      <a:pt x="307" y="363"/>
                      <a:pt x="307" y="363"/>
                    </a:cubicBezTo>
                    <a:cubicBezTo>
                      <a:pt x="304" y="298"/>
                      <a:pt x="304" y="298"/>
                      <a:pt x="304" y="298"/>
                    </a:cubicBezTo>
                    <a:cubicBezTo>
                      <a:pt x="328" y="363"/>
                      <a:pt x="328" y="363"/>
                      <a:pt x="328" y="363"/>
                    </a:cubicBezTo>
                    <a:cubicBezTo>
                      <a:pt x="755" y="1439"/>
                      <a:pt x="755" y="1439"/>
                      <a:pt x="755" y="1439"/>
                    </a:cubicBezTo>
                    <a:cubicBezTo>
                      <a:pt x="914" y="1439"/>
                      <a:pt x="914" y="1439"/>
                      <a:pt x="914" y="1439"/>
                    </a:cubicBezTo>
                    <a:cubicBezTo>
                      <a:pt x="914" y="1439"/>
                      <a:pt x="631" y="394"/>
                      <a:pt x="580" y="208"/>
                    </a:cubicBezTo>
                    <a:cubicBezTo>
                      <a:pt x="577" y="199"/>
                      <a:pt x="575" y="193"/>
                      <a:pt x="574" y="188"/>
                    </a:cubicBezTo>
                    <a:cubicBezTo>
                      <a:pt x="545" y="90"/>
                      <a:pt x="484" y="5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8" name="Google Shape;2578;p56"/>
              <p:cNvSpPr/>
              <p:nvPr/>
            </p:nvSpPr>
            <p:spPr>
              <a:xfrm flipH="1">
                <a:off x="1228602" y="1913255"/>
                <a:ext cx="425511" cy="571206"/>
              </a:xfrm>
              <a:custGeom>
                <a:rect b="b" l="l" r="r" t="t"/>
                <a:pathLst>
                  <a:path extrusionOk="0" h="641" w="477">
                    <a:moveTo>
                      <a:pt x="0" y="63"/>
                    </a:move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4"/>
                      <a:pt x="27" y="314"/>
                    </a:cubicBezTo>
                    <a:cubicBezTo>
                      <a:pt x="27" y="314"/>
                      <a:pt x="27" y="315"/>
                      <a:pt x="27" y="316"/>
                    </a:cubicBezTo>
                    <a:cubicBezTo>
                      <a:pt x="27" y="317"/>
                      <a:pt x="27" y="318"/>
                      <a:pt x="28" y="320"/>
                    </a:cubicBezTo>
                    <a:cubicBezTo>
                      <a:pt x="28" y="327"/>
                      <a:pt x="30" y="341"/>
                      <a:pt x="31" y="353"/>
                    </a:cubicBezTo>
                    <a:cubicBezTo>
                      <a:pt x="32" y="362"/>
                      <a:pt x="32" y="362"/>
                      <a:pt x="32" y="362"/>
                    </a:cubicBezTo>
                    <a:cubicBezTo>
                      <a:pt x="32" y="362"/>
                      <a:pt x="32" y="363"/>
                      <a:pt x="32" y="364"/>
                    </a:cubicBezTo>
                    <a:cubicBezTo>
                      <a:pt x="33" y="369"/>
                      <a:pt x="33" y="369"/>
                      <a:pt x="33" y="369"/>
                    </a:cubicBezTo>
                    <a:cubicBezTo>
                      <a:pt x="33" y="371"/>
                      <a:pt x="33" y="373"/>
                      <a:pt x="34" y="375"/>
                    </a:cubicBezTo>
                    <a:cubicBezTo>
                      <a:pt x="34" y="379"/>
                      <a:pt x="34" y="379"/>
                      <a:pt x="34" y="379"/>
                    </a:cubicBezTo>
                    <a:cubicBezTo>
                      <a:pt x="34" y="380"/>
                      <a:pt x="34" y="380"/>
                      <a:pt x="34" y="380"/>
                    </a:cubicBezTo>
                    <a:cubicBezTo>
                      <a:pt x="35" y="386"/>
                      <a:pt x="41" y="442"/>
                      <a:pt x="41" y="442"/>
                    </a:cubicBezTo>
                    <a:cubicBezTo>
                      <a:pt x="28" y="595"/>
                      <a:pt x="28" y="595"/>
                      <a:pt x="28" y="595"/>
                    </a:cubicBezTo>
                    <a:cubicBezTo>
                      <a:pt x="234" y="641"/>
                      <a:pt x="234" y="641"/>
                      <a:pt x="234" y="641"/>
                    </a:cubicBezTo>
                    <a:cubicBezTo>
                      <a:pt x="420" y="595"/>
                      <a:pt x="420" y="595"/>
                      <a:pt x="420" y="595"/>
                    </a:cubicBezTo>
                    <a:cubicBezTo>
                      <a:pt x="420" y="455"/>
                      <a:pt x="420" y="455"/>
                      <a:pt x="420" y="455"/>
                    </a:cubicBezTo>
                    <a:cubicBezTo>
                      <a:pt x="420" y="451"/>
                      <a:pt x="420" y="451"/>
                      <a:pt x="420" y="451"/>
                    </a:cubicBezTo>
                    <a:cubicBezTo>
                      <a:pt x="421" y="448"/>
                      <a:pt x="421" y="448"/>
                      <a:pt x="421" y="448"/>
                    </a:cubicBezTo>
                    <a:cubicBezTo>
                      <a:pt x="424" y="430"/>
                      <a:pt x="432" y="380"/>
                      <a:pt x="442" y="322"/>
                    </a:cubicBezTo>
                    <a:cubicBezTo>
                      <a:pt x="442" y="322"/>
                      <a:pt x="442" y="322"/>
                      <a:pt x="442" y="322"/>
                    </a:cubicBezTo>
                    <a:cubicBezTo>
                      <a:pt x="458" y="223"/>
                      <a:pt x="477" y="102"/>
                      <a:pt x="477" y="88"/>
                    </a:cubicBezTo>
                    <a:cubicBezTo>
                      <a:pt x="477" y="88"/>
                      <a:pt x="460" y="80"/>
                      <a:pt x="435" y="68"/>
                    </a:cubicBezTo>
                    <a:cubicBezTo>
                      <a:pt x="435" y="68"/>
                      <a:pt x="435" y="68"/>
                      <a:pt x="435" y="68"/>
                    </a:cubicBezTo>
                    <a:cubicBezTo>
                      <a:pt x="434" y="68"/>
                      <a:pt x="434" y="68"/>
                      <a:pt x="434" y="68"/>
                    </a:cubicBezTo>
                    <a:cubicBezTo>
                      <a:pt x="378" y="42"/>
                      <a:pt x="278" y="0"/>
                      <a:pt x="228" y="1"/>
                    </a:cubicBezTo>
                    <a:cubicBezTo>
                      <a:pt x="155" y="4"/>
                      <a:pt x="0" y="63"/>
                      <a:pt x="0" y="6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9" name="Google Shape;2579;p56"/>
              <p:cNvSpPr/>
              <p:nvPr/>
            </p:nvSpPr>
            <p:spPr>
              <a:xfrm flipH="1">
                <a:off x="738412" y="3639812"/>
                <a:ext cx="309092" cy="272328"/>
              </a:xfrm>
              <a:custGeom>
                <a:rect b="b" l="l" r="r" t="t"/>
                <a:pathLst>
                  <a:path extrusionOk="0" h="305" w="347">
                    <a:moveTo>
                      <a:pt x="156" y="31"/>
                    </a:moveTo>
                    <a:cubicBezTo>
                      <a:pt x="174" y="98"/>
                      <a:pt x="174" y="98"/>
                      <a:pt x="174" y="98"/>
                    </a:cubicBezTo>
                    <a:cubicBezTo>
                      <a:pt x="174" y="98"/>
                      <a:pt x="261" y="198"/>
                      <a:pt x="314" y="230"/>
                    </a:cubicBezTo>
                    <a:cubicBezTo>
                      <a:pt x="347" y="258"/>
                      <a:pt x="335" y="281"/>
                      <a:pt x="328" y="293"/>
                    </a:cubicBezTo>
                    <a:cubicBezTo>
                      <a:pt x="320" y="304"/>
                      <a:pt x="212" y="305"/>
                      <a:pt x="185" y="301"/>
                    </a:cubicBezTo>
                    <a:cubicBezTo>
                      <a:pt x="126" y="293"/>
                      <a:pt x="93" y="218"/>
                      <a:pt x="57" y="211"/>
                    </a:cubicBezTo>
                    <a:cubicBezTo>
                      <a:pt x="21" y="203"/>
                      <a:pt x="0" y="184"/>
                      <a:pt x="15" y="81"/>
                    </a:cubicBezTo>
                    <a:cubicBezTo>
                      <a:pt x="27" y="0"/>
                      <a:pt x="156" y="31"/>
                      <a:pt x="156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0" name="Google Shape;2580;p56"/>
              <p:cNvSpPr/>
              <p:nvPr/>
            </p:nvSpPr>
            <p:spPr>
              <a:xfrm flipH="1">
                <a:off x="713221" y="3728319"/>
                <a:ext cx="332921" cy="230117"/>
              </a:xfrm>
              <a:custGeom>
                <a:rect b="b" l="l" r="r" t="t"/>
                <a:pathLst>
                  <a:path extrusionOk="0" h="258" w="373">
                    <a:moveTo>
                      <a:pt x="261" y="82"/>
                    </a:moveTo>
                    <a:cubicBezTo>
                      <a:pt x="261" y="82"/>
                      <a:pt x="296" y="107"/>
                      <a:pt x="326" y="137"/>
                    </a:cubicBezTo>
                    <a:cubicBezTo>
                      <a:pt x="355" y="168"/>
                      <a:pt x="373" y="194"/>
                      <a:pt x="370" y="208"/>
                    </a:cubicBezTo>
                    <a:cubicBezTo>
                      <a:pt x="366" y="221"/>
                      <a:pt x="295" y="258"/>
                      <a:pt x="180" y="213"/>
                    </a:cubicBezTo>
                    <a:cubicBezTo>
                      <a:pt x="122" y="183"/>
                      <a:pt x="6" y="90"/>
                      <a:pt x="3" y="86"/>
                    </a:cubicBezTo>
                    <a:cubicBezTo>
                      <a:pt x="0" y="81"/>
                      <a:pt x="1" y="13"/>
                      <a:pt x="11" y="0"/>
                    </a:cubicBezTo>
                    <a:cubicBezTo>
                      <a:pt x="11" y="0"/>
                      <a:pt x="16" y="31"/>
                      <a:pt x="37" y="44"/>
                    </a:cubicBezTo>
                    <a:cubicBezTo>
                      <a:pt x="59" y="57"/>
                      <a:pt x="149" y="117"/>
                      <a:pt x="149" y="117"/>
                    </a:cubicBezTo>
                    <a:cubicBezTo>
                      <a:pt x="149" y="117"/>
                      <a:pt x="198" y="70"/>
                      <a:pt x="261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1" name="Google Shape;2581;p56"/>
              <p:cNvSpPr/>
              <p:nvPr/>
            </p:nvSpPr>
            <p:spPr>
              <a:xfrm flipH="1">
                <a:off x="1374978" y="3639812"/>
                <a:ext cx="312496" cy="272328"/>
              </a:xfrm>
              <a:custGeom>
                <a:rect b="b" l="l" r="r" t="t"/>
                <a:pathLst>
                  <a:path extrusionOk="0" h="305" w="350">
                    <a:moveTo>
                      <a:pt x="193" y="31"/>
                    </a:moveTo>
                    <a:cubicBezTo>
                      <a:pt x="176" y="98"/>
                      <a:pt x="176" y="98"/>
                      <a:pt x="176" y="98"/>
                    </a:cubicBezTo>
                    <a:cubicBezTo>
                      <a:pt x="176" y="98"/>
                      <a:pt x="76" y="205"/>
                      <a:pt x="29" y="233"/>
                    </a:cubicBezTo>
                    <a:cubicBezTo>
                      <a:pt x="0" y="275"/>
                      <a:pt x="21" y="274"/>
                      <a:pt x="28" y="286"/>
                    </a:cubicBezTo>
                    <a:cubicBezTo>
                      <a:pt x="36" y="297"/>
                      <a:pt x="128" y="305"/>
                      <a:pt x="155" y="301"/>
                    </a:cubicBezTo>
                    <a:cubicBezTo>
                      <a:pt x="214" y="292"/>
                      <a:pt x="257" y="218"/>
                      <a:pt x="293" y="211"/>
                    </a:cubicBezTo>
                    <a:cubicBezTo>
                      <a:pt x="329" y="203"/>
                      <a:pt x="350" y="184"/>
                      <a:pt x="335" y="81"/>
                    </a:cubicBezTo>
                    <a:cubicBezTo>
                      <a:pt x="323" y="0"/>
                      <a:pt x="193" y="31"/>
                      <a:pt x="193" y="31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56"/>
              <p:cNvSpPr/>
              <p:nvPr/>
            </p:nvSpPr>
            <p:spPr>
              <a:xfrm flipH="1">
                <a:off x="1377021" y="3728319"/>
                <a:ext cx="332239" cy="230117"/>
              </a:xfrm>
              <a:custGeom>
                <a:rect b="b" l="l" r="r" t="t"/>
                <a:pathLst>
                  <a:path extrusionOk="0" h="258" w="373">
                    <a:moveTo>
                      <a:pt x="112" y="82"/>
                    </a:moveTo>
                    <a:cubicBezTo>
                      <a:pt x="112" y="82"/>
                      <a:pt x="77" y="107"/>
                      <a:pt x="47" y="137"/>
                    </a:cubicBezTo>
                    <a:cubicBezTo>
                      <a:pt x="18" y="168"/>
                      <a:pt x="0" y="194"/>
                      <a:pt x="3" y="208"/>
                    </a:cubicBezTo>
                    <a:cubicBezTo>
                      <a:pt x="6" y="221"/>
                      <a:pt x="78" y="258"/>
                      <a:pt x="193" y="213"/>
                    </a:cubicBezTo>
                    <a:cubicBezTo>
                      <a:pt x="250" y="183"/>
                      <a:pt x="367" y="90"/>
                      <a:pt x="370" y="86"/>
                    </a:cubicBezTo>
                    <a:cubicBezTo>
                      <a:pt x="373" y="81"/>
                      <a:pt x="372" y="13"/>
                      <a:pt x="362" y="0"/>
                    </a:cubicBezTo>
                    <a:cubicBezTo>
                      <a:pt x="362" y="0"/>
                      <a:pt x="357" y="31"/>
                      <a:pt x="335" y="44"/>
                    </a:cubicBezTo>
                    <a:cubicBezTo>
                      <a:pt x="314" y="57"/>
                      <a:pt x="224" y="117"/>
                      <a:pt x="224" y="117"/>
                    </a:cubicBezTo>
                    <a:cubicBezTo>
                      <a:pt x="224" y="117"/>
                      <a:pt x="175" y="70"/>
                      <a:pt x="112" y="8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56"/>
              <p:cNvSpPr/>
              <p:nvPr/>
            </p:nvSpPr>
            <p:spPr>
              <a:xfrm flipH="1">
                <a:off x="835768" y="1991549"/>
                <a:ext cx="548060" cy="518785"/>
              </a:xfrm>
              <a:custGeom>
                <a:rect b="b" l="l" r="r" t="t"/>
                <a:pathLst>
                  <a:path extrusionOk="0" h="582" w="615">
                    <a:moveTo>
                      <a:pt x="0" y="88"/>
                    </a:moveTo>
                    <a:cubicBezTo>
                      <a:pt x="174" y="0"/>
                      <a:pt x="174" y="0"/>
                      <a:pt x="174" y="0"/>
                    </a:cubicBezTo>
                    <a:cubicBezTo>
                      <a:pt x="174" y="0"/>
                      <a:pt x="500" y="310"/>
                      <a:pt x="545" y="352"/>
                    </a:cubicBezTo>
                    <a:cubicBezTo>
                      <a:pt x="603" y="404"/>
                      <a:pt x="615" y="538"/>
                      <a:pt x="510" y="551"/>
                    </a:cubicBezTo>
                    <a:cubicBezTo>
                      <a:pt x="221" y="582"/>
                      <a:pt x="221" y="582"/>
                      <a:pt x="221" y="582"/>
                    </a:cubicBezTo>
                    <a:cubicBezTo>
                      <a:pt x="237" y="399"/>
                      <a:pt x="237" y="399"/>
                      <a:pt x="237" y="399"/>
                    </a:cubicBezTo>
                    <a:cubicBezTo>
                      <a:pt x="48" y="255"/>
                      <a:pt x="48" y="255"/>
                      <a:pt x="48" y="255"/>
                    </a:cubicBezTo>
                    <a:cubicBezTo>
                      <a:pt x="0" y="88"/>
                      <a:pt x="0" y="88"/>
                      <a:pt x="0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4" name="Google Shape;2584;p56"/>
              <p:cNvSpPr/>
              <p:nvPr/>
            </p:nvSpPr>
            <p:spPr>
              <a:xfrm flipH="1">
                <a:off x="1041376" y="2250941"/>
                <a:ext cx="184502" cy="54466"/>
              </a:xfrm>
              <a:custGeom>
                <a:rect b="b" l="l" r="r" t="t"/>
                <a:pathLst>
                  <a:path extrusionOk="0" h="80" w="271">
                    <a:moveTo>
                      <a:pt x="0" y="0"/>
                    </a:moveTo>
                    <a:lnTo>
                      <a:pt x="5" y="68"/>
                    </a:lnTo>
                    <a:lnTo>
                      <a:pt x="271" y="8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5" name="Google Shape;2585;p56"/>
              <p:cNvSpPr/>
              <p:nvPr/>
            </p:nvSpPr>
            <p:spPr>
              <a:xfrm flipH="1">
                <a:off x="1585351" y="1969082"/>
                <a:ext cx="395556" cy="444575"/>
              </a:xfrm>
              <a:custGeom>
                <a:rect b="b" l="l" r="r" t="t"/>
                <a:pathLst>
                  <a:path extrusionOk="0" h="498" w="443">
                    <a:moveTo>
                      <a:pt x="0" y="106"/>
                    </a:moveTo>
                    <a:cubicBezTo>
                      <a:pt x="0" y="106"/>
                      <a:pt x="208" y="496"/>
                      <a:pt x="287" y="497"/>
                    </a:cubicBezTo>
                    <a:cubicBezTo>
                      <a:pt x="365" y="498"/>
                      <a:pt x="443" y="264"/>
                      <a:pt x="443" y="264"/>
                    </a:cubicBezTo>
                    <a:cubicBezTo>
                      <a:pt x="366" y="0"/>
                      <a:pt x="366" y="0"/>
                      <a:pt x="366" y="0"/>
                    </a:cubicBezTo>
                    <a:cubicBezTo>
                      <a:pt x="366" y="0"/>
                      <a:pt x="282" y="287"/>
                      <a:pt x="273" y="291"/>
                    </a:cubicBezTo>
                    <a:cubicBezTo>
                      <a:pt x="47" y="16"/>
                      <a:pt x="47" y="16"/>
                      <a:pt x="47" y="16"/>
                    </a:cubicBezTo>
                    <a:cubicBezTo>
                      <a:pt x="0" y="106"/>
                      <a:pt x="0" y="106"/>
                      <a:pt x="0" y="10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6" name="Google Shape;2586;p56"/>
              <p:cNvSpPr/>
              <p:nvPr/>
            </p:nvSpPr>
            <p:spPr>
              <a:xfrm flipH="1">
                <a:off x="1950270" y="1940487"/>
                <a:ext cx="111654" cy="141611"/>
              </a:xfrm>
              <a:custGeom>
                <a:rect b="b" l="l" r="r" t="t"/>
                <a:pathLst>
                  <a:path extrusionOk="0" h="159" w="125">
                    <a:moveTo>
                      <a:pt x="110" y="141"/>
                    </a:moveTo>
                    <a:cubicBezTo>
                      <a:pt x="110" y="141"/>
                      <a:pt x="58" y="159"/>
                      <a:pt x="35" y="152"/>
                    </a:cubicBezTo>
                    <a:cubicBezTo>
                      <a:pt x="13" y="144"/>
                      <a:pt x="0" y="127"/>
                      <a:pt x="0" y="127"/>
                    </a:cubicBezTo>
                    <a:cubicBezTo>
                      <a:pt x="45" y="9"/>
                      <a:pt x="45" y="9"/>
                      <a:pt x="45" y="9"/>
                    </a:cubicBezTo>
                    <a:cubicBezTo>
                      <a:pt x="45" y="9"/>
                      <a:pt x="76" y="0"/>
                      <a:pt x="78" y="2"/>
                    </a:cubicBezTo>
                    <a:cubicBezTo>
                      <a:pt x="79" y="4"/>
                      <a:pt x="125" y="84"/>
                      <a:pt x="125" y="84"/>
                    </a:cubicBezTo>
                    <a:cubicBezTo>
                      <a:pt x="110" y="141"/>
                      <a:pt x="110" y="141"/>
                      <a:pt x="110" y="141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7" name="Google Shape;2587;p56"/>
              <p:cNvSpPr/>
              <p:nvPr/>
            </p:nvSpPr>
            <p:spPr>
              <a:xfrm flipH="1">
                <a:off x="1997246" y="2075290"/>
                <a:ext cx="33360" cy="2723"/>
              </a:xfrm>
              <a:custGeom>
                <a:rect b="b" l="l" r="r" t="t"/>
                <a:pathLst>
                  <a:path extrusionOk="0" h="3" w="37">
                    <a:moveTo>
                      <a:pt x="37" y="0"/>
                    </a:moveTo>
                    <a:cubicBezTo>
                      <a:pt x="29" y="2"/>
                      <a:pt x="21" y="3"/>
                      <a:pt x="13" y="3"/>
                    </a:cubicBezTo>
                    <a:cubicBezTo>
                      <a:pt x="8" y="3"/>
                      <a:pt x="4" y="2"/>
                      <a:pt x="0" y="1"/>
                    </a:cubicBezTo>
                    <a:cubicBezTo>
                      <a:pt x="4" y="2"/>
                      <a:pt x="8" y="3"/>
                      <a:pt x="13" y="3"/>
                    </a:cubicBezTo>
                    <a:cubicBezTo>
                      <a:pt x="21" y="3"/>
                      <a:pt x="29" y="2"/>
                      <a:pt x="37" y="0"/>
                    </a:cubicBezTo>
                    <a:moveTo>
                      <a:pt x="37" y="0"/>
                    </a:moveTo>
                    <a:cubicBezTo>
                      <a:pt x="37" y="0"/>
                      <a:pt x="37" y="0"/>
                      <a:pt x="37" y="0"/>
                    </a:cubicBezTo>
                    <a:cubicBezTo>
                      <a:pt x="37" y="0"/>
                      <a:pt x="37" y="0"/>
                      <a:pt x="37" y="0"/>
                    </a:cubicBezTo>
                  </a:path>
                </a:pathLst>
              </a:custGeom>
              <a:solidFill>
                <a:srgbClr val="FFD1BE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8" name="Google Shape;2588;p56"/>
              <p:cNvSpPr/>
              <p:nvPr/>
            </p:nvSpPr>
            <p:spPr>
              <a:xfrm flipH="1">
                <a:off x="1957759" y="2005846"/>
                <a:ext cx="99400" cy="72167"/>
              </a:xfrm>
              <a:custGeom>
                <a:rect b="b" l="l" r="r" t="t"/>
                <a:pathLst>
                  <a:path extrusionOk="0" h="81" w="112">
                    <a:moveTo>
                      <a:pt x="71" y="1"/>
                    </a:moveTo>
                    <a:cubicBezTo>
                      <a:pt x="72" y="2"/>
                      <a:pt x="72" y="2"/>
                      <a:pt x="72" y="2"/>
                    </a:cubicBezTo>
                    <a:cubicBezTo>
                      <a:pt x="74" y="4"/>
                      <a:pt x="75" y="6"/>
                      <a:pt x="77" y="7"/>
                    </a:cubicBezTo>
                    <a:cubicBezTo>
                      <a:pt x="75" y="5"/>
                      <a:pt x="73" y="3"/>
                      <a:pt x="71" y="1"/>
                    </a:cubicBezTo>
                    <a:moveTo>
                      <a:pt x="68" y="0"/>
                    </a:moveTo>
                    <a:cubicBezTo>
                      <a:pt x="68" y="0"/>
                      <a:pt x="68" y="0"/>
                      <a:pt x="68" y="1"/>
                    </a:cubicBezTo>
                    <a:cubicBezTo>
                      <a:pt x="66" y="19"/>
                      <a:pt x="66" y="19"/>
                      <a:pt x="66" y="19"/>
                    </a:cubicBezTo>
                    <a:cubicBezTo>
                      <a:pt x="66" y="20"/>
                      <a:pt x="66" y="21"/>
                      <a:pt x="65" y="23"/>
                    </a:cubicBezTo>
                    <a:cubicBezTo>
                      <a:pt x="65" y="23"/>
                      <a:pt x="65" y="23"/>
                      <a:pt x="65" y="23"/>
                    </a:cubicBezTo>
                    <a:cubicBezTo>
                      <a:pt x="62" y="52"/>
                      <a:pt x="62" y="52"/>
                      <a:pt x="62" y="52"/>
                    </a:cubicBezTo>
                    <a:cubicBezTo>
                      <a:pt x="61" y="60"/>
                      <a:pt x="54" y="66"/>
                      <a:pt x="47" y="66"/>
                    </a:cubicBezTo>
                    <a:cubicBezTo>
                      <a:pt x="46" y="66"/>
                      <a:pt x="46" y="66"/>
                      <a:pt x="45" y="66"/>
                    </a:cubicBezTo>
                    <a:cubicBezTo>
                      <a:pt x="38" y="65"/>
                      <a:pt x="38" y="65"/>
                      <a:pt x="38" y="65"/>
                    </a:cubicBezTo>
                    <a:cubicBezTo>
                      <a:pt x="24" y="63"/>
                      <a:pt x="24" y="63"/>
                      <a:pt x="24" y="63"/>
                    </a:cubicBezTo>
                    <a:cubicBezTo>
                      <a:pt x="21" y="63"/>
                      <a:pt x="18" y="62"/>
                      <a:pt x="16" y="60"/>
                    </a:cubicBezTo>
                    <a:cubicBezTo>
                      <a:pt x="15" y="60"/>
                      <a:pt x="15" y="60"/>
                      <a:pt x="14" y="60"/>
                    </a:cubicBezTo>
                    <a:cubicBezTo>
                      <a:pt x="9" y="60"/>
                      <a:pt x="5" y="60"/>
                      <a:pt x="0" y="59"/>
                    </a:cubicBezTo>
                    <a:cubicBezTo>
                      <a:pt x="6" y="65"/>
                      <a:pt x="16" y="74"/>
                      <a:pt x="30" y="79"/>
                    </a:cubicBezTo>
                    <a:cubicBezTo>
                      <a:pt x="30" y="79"/>
                      <a:pt x="30" y="79"/>
                      <a:pt x="30" y="79"/>
                    </a:cubicBezTo>
                    <a:cubicBezTo>
                      <a:pt x="34" y="80"/>
                      <a:pt x="38" y="81"/>
                      <a:pt x="43" y="81"/>
                    </a:cubicBezTo>
                    <a:cubicBezTo>
                      <a:pt x="51" y="81"/>
                      <a:pt x="59" y="80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67" y="78"/>
                      <a:pt x="67" y="78"/>
                      <a:pt x="67" y="78"/>
                    </a:cubicBezTo>
                    <a:cubicBezTo>
                      <a:pt x="76" y="76"/>
                      <a:pt x="84" y="74"/>
                      <a:pt x="91" y="72"/>
                    </a:cubicBezTo>
                    <a:cubicBezTo>
                      <a:pt x="112" y="49"/>
                      <a:pt x="109" y="22"/>
                      <a:pt x="109" y="22"/>
                    </a:cubicBezTo>
                    <a:cubicBezTo>
                      <a:pt x="109" y="22"/>
                      <a:pt x="109" y="22"/>
                      <a:pt x="109" y="22"/>
                    </a:cubicBezTo>
                    <a:cubicBezTo>
                      <a:pt x="99" y="20"/>
                      <a:pt x="92" y="17"/>
                      <a:pt x="86" y="13"/>
                    </a:cubicBezTo>
                    <a:cubicBezTo>
                      <a:pt x="86" y="13"/>
                      <a:pt x="86" y="13"/>
                      <a:pt x="86" y="13"/>
                    </a:cubicBezTo>
                    <a:cubicBezTo>
                      <a:pt x="80" y="11"/>
                      <a:pt x="75" y="8"/>
                      <a:pt x="71" y="4"/>
                    </a:cubicBezTo>
                    <a:cubicBezTo>
                      <a:pt x="70" y="2"/>
                      <a:pt x="69" y="1"/>
                      <a:pt x="68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9" name="Google Shape;2589;p56"/>
              <p:cNvSpPr/>
              <p:nvPr/>
            </p:nvSpPr>
            <p:spPr>
              <a:xfrm flipH="1">
                <a:off x="2004736" y="1871725"/>
                <a:ext cx="5447" cy="49019"/>
              </a:xfrm>
              <a:custGeom>
                <a:rect b="b" l="l" r="r" t="t"/>
                <a:pathLst>
                  <a:path extrusionOk="0" h="72" w="8">
                    <a:moveTo>
                      <a:pt x="8" y="0"/>
                    </a:moveTo>
                    <a:lnTo>
                      <a:pt x="0" y="7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590" name="Google Shape;2590;p56"/>
              <p:cNvCxnSpPr/>
              <p:nvPr/>
            </p:nvCxnSpPr>
            <p:spPr>
              <a:xfrm>
                <a:off x="2004736" y="1871725"/>
                <a:ext cx="5400" cy="48900"/>
              </a:xfrm>
              <a:prstGeom prst="straightConnector1">
                <a:avLst/>
              </a:prstGeom>
              <a:noFill/>
              <a:ln>
                <a:noFill/>
              </a:ln>
            </p:spPr>
          </p:cxnSp>
          <p:sp>
            <p:nvSpPr>
              <p:cNvPr id="2591" name="Google Shape;2591;p56"/>
              <p:cNvSpPr/>
              <p:nvPr/>
            </p:nvSpPr>
            <p:spPr>
              <a:xfrm flipH="1">
                <a:off x="1995204" y="1871044"/>
                <a:ext cx="24510" cy="51742"/>
              </a:xfrm>
              <a:custGeom>
                <a:rect b="b" l="l" r="r" t="t"/>
                <a:pathLst>
                  <a:path extrusionOk="0" h="76" w="36">
                    <a:moveTo>
                      <a:pt x="27" y="76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36" y="3"/>
                    </a:lnTo>
                    <a:lnTo>
                      <a:pt x="27" y="7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2" name="Google Shape;2592;p56"/>
              <p:cNvSpPr/>
              <p:nvPr/>
            </p:nvSpPr>
            <p:spPr>
              <a:xfrm flipH="1">
                <a:off x="1987034" y="1905085"/>
                <a:ext cx="61274" cy="160673"/>
              </a:xfrm>
              <a:custGeom>
                <a:rect b="b" l="l" r="r" t="t"/>
                <a:pathLst>
                  <a:path extrusionOk="0" h="180" w="69">
                    <a:moveTo>
                      <a:pt x="56" y="3"/>
                    </a:moveTo>
                    <a:cubicBezTo>
                      <a:pt x="49" y="2"/>
                      <a:pt x="49" y="2"/>
                      <a:pt x="49" y="2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17" y="14"/>
                      <a:pt x="17" y="14"/>
                      <a:pt x="17" y="14"/>
                    </a:cubicBezTo>
                    <a:cubicBezTo>
                      <a:pt x="1" y="159"/>
                      <a:pt x="1" y="159"/>
                      <a:pt x="1" y="159"/>
                    </a:cubicBezTo>
                    <a:cubicBezTo>
                      <a:pt x="0" y="168"/>
                      <a:pt x="5" y="175"/>
                      <a:pt x="14" y="176"/>
                    </a:cubicBezTo>
                    <a:cubicBezTo>
                      <a:pt x="28" y="178"/>
                      <a:pt x="28" y="178"/>
                      <a:pt x="28" y="178"/>
                    </a:cubicBezTo>
                    <a:cubicBezTo>
                      <a:pt x="35" y="179"/>
                      <a:pt x="35" y="179"/>
                      <a:pt x="35" y="179"/>
                    </a:cubicBezTo>
                    <a:cubicBezTo>
                      <a:pt x="43" y="180"/>
                      <a:pt x="51" y="173"/>
                      <a:pt x="52" y="165"/>
                    </a:cubicBezTo>
                    <a:cubicBezTo>
                      <a:pt x="69" y="20"/>
                      <a:pt x="69" y="20"/>
                      <a:pt x="69" y="20"/>
                    </a:cubicBezTo>
                    <a:cubicBezTo>
                      <a:pt x="56" y="3"/>
                      <a:pt x="56" y="3"/>
                      <a:pt x="56" y="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3" name="Google Shape;2593;p56"/>
              <p:cNvSpPr/>
              <p:nvPr/>
            </p:nvSpPr>
            <p:spPr>
              <a:xfrm flipH="1">
                <a:off x="1913506" y="1664075"/>
                <a:ext cx="161354" cy="202203"/>
              </a:xfrm>
              <a:custGeom>
                <a:rect b="b" l="l" r="r" t="t"/>
                <a:pathLst>
                  <a:path extrusionOk="0" h="227" w="181">
                    <a:moveTo>
                      <a:pt x="175" y="122"/>
                    </a:moveTo>
                    <a:cubicBezTo>
                      <a:pt x="170" y="182"/>
                      <a:pt x="127" y="227"/>
                      <a:pt x="80" y="222"/>
                    </a:cubicBezTo>
                    <a:cubicBezTo>
                      <a:pt x="33" y="218"/>
                      <a:pt x="0" y="166"/>
                      <a:pt x="6" y="106"/>
                    </a:cubicBezTo>
                    <a:cubicBezTo>
                      <a:pt x="11" y="46"/>
                      <a:pt x="54" y="0"/>
                      <a:pt x="101" y="5"/>
                    </a:cubicBezTo>
                    <a:cubicBezTo>
                      <a:pt x="148" y="9"/>
                      <a:pt x="181" y="62"/>
                      <a:pt x="175" y="1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4" name="Google Shape;2594;p56"/>
              <p:cNvSpPr/>
              <p:nvPr/>
            </p:nvSpPr>
            <p:spPr>
              <a:xfrm flipH="1">
                <a:off x="1896486" y="1640246"/>
                <a:ext cx="197438" cy="255987"/>
              </a:xfrm>
              <a:custGeom>
                <a:rect b="b" l="l" r="r" t="t"/>
                <a:pathLst>
                  <a:path extrusionOk="0" h="287" w="221">
                    <a:moveTo>
                      <a:pt x="192" y="69"/>
                    </a:moveTo>
                    <a:cubicBezTo>
                      <a:pt x="163" y="13"/>
                      <a:pt x="104" y="0"/>
                      <a:pt x="58" y="41"/>
                    </a:cubicBezTo>
                    <a:cubicBezTo>
                      <a:pt x="13" y="82"/>
                      <a:pt x="0" y="161"/>
                      <a:pt x="29" y="218"/>
                    </a:cubicBezTo>
                    <a:cubicBezTo>
                      <a:pt x="58" y="274"/>
                      <a:pt x="118" y="287"/>
                      <a:pt x="163" y="246"/>
                    </a:cubicBezTo>
                    <a:cubicBezTo>
                      <a:pt x="208" y="205"/>
                      <a:pt x="221" y="126"/>
                      <a:pt x="192" y="69"/>
                    </a:cubicBezTo>
                    <a:close/>
                    <a:moveTo>
                      <a:pt x="153" y="227"/>
                    </a:moveTo>
                    <a:cubicBezTo>
                      <a:pt x="116" y="260"/>
                      <a:pt x="68" y="250"/>
                      <a:pt x="44" y="204"/>
                    </a:cubicBezTo>
                    <a:cubicBezTo>
                      <a:pt x="21" y="158"/>
                      <a:pt x="31" y="93"/>
                      <a:pt x="68" y="60"/>
                    </a:cubicBezTo>
                    <a:cubicBezTo>
                      <a:pt x="105" y="27"/>
                      <a:pt x="154" y="37"/>
                      <a:pt x="177" y="83"/>
                    </a:cubicBezTo>
                    <a:cubicBezTo>
                      <a:pt x="201" y="129"/>
                      <a:pt x="190" y="194"/>
                      <a:pt x="153" y="22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5" name="Google Shape;2595;p56"/>
              <p:cNvSpPr/>
              <p:nvPr/>
            </p:nvSpPr>
            <p:spPr>
              <a:xfrm flipH="1">
                <a:off x="1989757" y="1937083"/>
                <a:ext cx="101442" cy="123228"/>
              </a:xfrm>
              <a:custGeom>
                <a:rect b="b" l="l" r="r" t="t"/>
                <a:pathLst>
                  <a:path extrusionOk="0" h="138" w="114">
                    <a:moveTo>
                      <a:pt x="113" y="43"/>
                    </a:moveTo>
                    <a:cubicBezTo>
                      <a:pt x="112" y="50"/>
                      <a:pt x="103" y="52"/>
                      <a:pt x="100" y="53"/>
                    </a:cubicBezTo>
                    <a:cubicBezTo>
                      <a:pt x="100" y="53"/>
                      <a:pt x="100" y="53"/>
                      <a:pt x="100" y="53"/>
                    </a:cubicBezTo>
                    <a:cubicBezTo>
                      <a:pt x="99" y="53"/>
                      <a:pt x="100" y="53"/>
                      <a:pt x="99" y="53"/>
                    </a:cubicBezTo>
                    <a:cubicBezTo>
                      <a:pt x="99" y="54"/>
                      <a:pt x="100" y="55"/>
                      <a:pt x="103" y="58"/>
                    </a:cubicBezTo>
                    <a:cubicBezTo>
                      <a:pt x="106" y="61"/>
                      <a:pt x="109" y="65"/>
                      <a:pt x="108" y="73"/>
                    </a:cubicBezTo>
                    <a:cubicBezTo>
                      <a:pt x="108" y="76"/>
                      <a:pt x="106" y="78"/>
                      <a:pt x="104" y="79"/>
                    </a:cubicBezTo>
                    <a:cubicBezTo>
                      <a:pt x="100" y="82"/>
                      <a:pt x="95" y="83"/>
                      <a:pt x="95" y="83"/>
                    </a:cubicBezTo>
                    <a:cubicBezTo>
                      <a:pt x="95" y="83"/>
                      <a:pt x="95" y="83"/>
                      <a:pt x="95" y="83"/>
                    </a:cubicBezTo>
                    <a:cubicBezTo>
                      <a:pt x="96" y="84"/>
                      <a:pt x="106" y="89"/>
                      <a:pt x="103" y="100"/>
                    </a:cubicBezTo>
                    <a:cubicBezTo>
                      <a:pt x="101" y="111"/>
                      <a:pt x="85" y="110"/>
                      <a:pt x="85" y="111"/>
                    </a:cubicBezTo>
                    <a:cubicBezTo>
                      <a:pt x="85" y="111"/>
                      <a:pt x="89" y="113"/>
                      <a:pt x="92" y="116"/>
                    </a:cubicBezTo>
                    <a:cubicBezTo>
                      <a:pt x="93" y="118"/>
                      <a:pt x="94" y="121"/>
                      <a:pt x="92" y="124"/>
                    </a:cubicBezTo>
                    <a:cubicBezTo>
                      <a:pt x="89" y="130"/>
                      <a:pt x="79" y="133"/>
                      <a:pt x="72" y="135"/>
                    </a:cubicBezTo>
                    <a:cubicBezTo>
                      <a:pt x="71" y="135"/>
                      <a:pt x="70" y="135"/>
                      <a:pt x="69" y="136"/>
                    </a:cubicBezTo>
                    <a:cubicBezTo>
                      <a:pt x="68" y="136"/>
                      <a:pt x="68" y="136"/>
                      <a:pt x="68" y="136"/>
                    </a:cubicBezTo>
                    <a:cubicBezTo>
                      <a:pt x="67" y="136"/>
                      <a:pt x="67" y="136"/>
                      <a:pt x="67" y="136"/>
                    </a:cubicBezTo>
                    <a:cubicBezTo>
                      <a:pt x="50" y="138"/>
                      <a:pt x="26" y="137"/>
                      <a:pt x="15" y="127"/>
                    </a:cubicBezTo>
                    <a:cubicBezTo>
                      <a:pt x="11" y="123"/>
                      <a:pt x="11" y="111"/>
                      <a:pt x="14" y="104"/>
                    </a:cubicBezTo>
                    <a:cubicBezTo>
                      <a:pt x="0" y="94"/>
                      <a:pt x="3" y="71"/>
                      <a:pt x="12" y="67"/>
                    </a:cubicBezTo>
                    <a:cubicBezTo>
                      <a:pt x="0" y="47"/>
                      <a:pt x="7" y="37"/>
                      <a:pt x="17" y="33"/>
                    </a:cubicBezTo>
                    <a:cubicBezTo>
                      <a:pt x="14" y="14"/>
                      <a:pt x="26" y="2"/>
                      <a:pt x="33" y="0"/>
                    </a:cubicBezTo>
                    <a:cubicBezTo>
                      <a:pt x="41" y="0"/>
                      <a:pt x="54" y="3"/>
                      <a:pt x="73" y="10"/>
                    </a:cubicBezTo>
                    <a:cubicBezTo>
                      <a:pt x="73" y="10"/>
                      <a:pt x="73" y="10"/>
                      <a:pt x="73" y="10"/>
                    </a:cubicBezTo>
                    <a:cubicBezTo>
                      <a:pt x="73" y="10"/>
                      <a:pt x="73" y="11"/>
                      <a:pt x="74" y="11"/>
                    </a:cubicBezTo>
                    <a:cubicBezTo>
                      <a:pt x="76" y="12"/>
                      <a:pt x="86" y="15"/>
                      <a:pt x="88" y="17"/>
                    </a:cubicBezTo>
                    <a:cubicBezTo>
                      <a:pt x="105" y="24"/>
                      <a:pt x="114" y="36"/>
                      <a:pt x="113" y="43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56"/>
              <p:cNvSpPr/>
              <p:nvPr/>
            </p:nvSpPr>
            <p:spPr>
              <a:xfrm flipH="1">
                <a:off x="1938015" y="1908489"/>
                <a:ext cx="118462" cy="117101"/>
              </a:xfrm>
              <a:custGeom>
                <a:rect b="b" l="l" r="r" t="t"/>
                <a:pathLst>
                  <a:path extrusionOk="0" h="131" w="133">
                    <a:moveTo>
                      <a:pt x="133" y="86"/>
                    </a:moveTo>
                    <a:cubicBezTo>
                      <a:pt x="133" y="86"/>
                      <a:pt x="116" y="34"/>
                      <a:pt x="82" y="7"/>
                    </a:cubicBezTo>
                    <a:cubicBezTo>
                      <a:pt x="65" y="0"/>
                      <a:pt x="0" y="52"/>
                      <a:pt x="0" y="52"/>
                    </a:cubicBezTo>
                    <a:cubicBezTo>
                      <a:pt x="5" y="77"/>
                      <a:pt x="38" y="80"/>
                      <a:pt x="61" y="61"/>
                    </a:cubicBezTo>
                    <a:cubicBezTo>
                      <a:pt x="61" y="61"/>
                      <a:pt x="44" y="116"/>
                      <a:pt x="108" y="131"/>
                    </a:cubicBezTo>
                    <a:cubicBezTo>
                      <a:pt x="133" y="86"/>
                      <a:pt x="133" y="86"/>
                      <a:pt x="133" y="86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7" name="Google Shape;2597;p56"/>
              <p:cNvSpPr/>
              <p:nvPr/>
            </p:nvSpPr>
            <p:spPr>
              <a:xfrm flipH="1">
                <a:off x="1980907" y="2003804"/>
                <a:ext cx="15659" cy="13616"/>
              </a:xfrm>
              <a:custGeom>
                <a:rect b="b" l="l" r="r" t="t"/>
                <a:pathLst>
                  <a:path extrusionOk="0" h="15" w="18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3"/>
                      <a:pt x="2" y="4"/>
                      <a:pt x="3" y="6"/>
                    </a:cubicBezTo>
                    <a:cubicBezTo>
                      <a:pt x="7" y="10"/>
                      <a:pt x="12" y="13"/>
                      <a:pt x="18" y="15"/>
                    </a:cubicBezTo>
                    <a:cubicBezTo>
                      <a:pt x="18" y="15"/>
                      <a:pt x="18" y="15"/>
                      <a:pt x="18" y="15"/>
                    </a:cubicBezTo>
                    <a:cubicBezTo>
                      <a:pt x="14" y="13"/>
                      <a:pt x="12" y="11"/>
                      <a:pt x="9" y="9"/>
                    </a:cubicBezTo>
                    <a:cubicBezTo>
                      <a:pt x="7" y="8"/>
                      <a:pt x="6" y="6"/>
                      <a:pt x="4" y="4"/>
                    </a:cubicBezTo>
                    <a:cubicBezTo>
                      <a:pt x="4" y="4"/>
                      <a:pt x="4" y="4"/>
                      <a:pt x="3" y="3"/>
                    </a:cubicBezTo>
                    <a:cubicBezTo>
                      <a:pt x="3" y="2"/>
                      <a:pt x="2" y="1"/>
                      <a:pt x="1" y="0"/>
                    </a:cubicBezTo>
                  </a:path>
                </a:pathLst>
              </a:custGeom>
              <a:solidFill>
                <a:srgbClr val="FF643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8" name="Google Shape;2598;p56"/>
              <p:cNvSpPr/>
              <p:nvPr/>
            </p:nvSpPr>
            <p:spPr>
              <a:xfrm flipH="1">
                <a:off x="1995885" y="1954785"/>
                <a:ext cx="60593" cy="51061"/>
              </a:xfrm>
              <a:custGeom>
                <a:rect b="b" l="l" r="r" t="t"/>
                <a:pathLst>
                  <a:path extrusionOk="0" h="57" w="68">
                    <a:moveTo>
                      <a:pt x="0" y="0"/>
                    </a:moveTo>
                    <a:cubicBezTo>
                      <a:pt x="0" y="6"/>
                      <a:pt x="3" y="12"/>
                      <a:pt x="8" y="16"/>
                    </a:cubicBezTo>
                    <a:cubicBezTo>
                      <a:pt x="13" y="20"/>
                      <a:pt x="19" y="22"/>
                      <a:pt x="26" y="23"/>
                    </a:cubicBezTo>
                    <a:cubicBezTo>
                      <a:pt x="26" y="23"/>
                      <a:pt x="27" y="23"/>
                      <a:pt x="28" y="23"/>
                    </a:cubicBezTo>
                    <a:cubicBezTo>
                      <a:pt x="33" y="23"/>
                      <a:pt x="39" y="22"/>
                      <a:pt x="44" y="20"/>
                    </a:cubicBezTo>
                    <a:cubicBezTo>
                      <a:pt x="49" y="19"/>
                      <a:pt x="53" y="17"/>
                      <a:pt x="57" y="15"/>
                    </a:cubicBezTo>
                    <a:cubicBezTo>
                      <a:pt x="56" y="19"/>
                      <a:pt x="56" y="24"/>
                      <a:pt x="57" y="28"/>
                    </a:cubicBezTo>
                    <a:cubicBezTo>
                      <a:pt x="57" y="29"/>
                      <a:pt x="57" y="31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2"/>
                      <a:pt x="57" y="32"/>
                      <a:pt x="57" y="32"/>
                    </a:cubicBezTo>
                    <a:cubicBezTo>
                      <a:pt x="57" y="34"/>
                      <a:pt x="57" y="36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8" y="38"/>
                      <a:pt x="58" y="38"/>
                      <a:pt x="58" y="38"/>
                    </a:cubicBezTo>
                    <a:cubicBezTo>
                      <a:pt x="59" y="41"/>
                      <a:pt x="59" y="43"/>
                      <a:pt x="60" y="46"/>
                    </a:cubicBezTo>
                    <a:cubicBezTo>
                      <a:pt x="62" y="50"/>
                      <a:pt x="64" y="54"/>
                      <a:pt x="67" y="57"/>
                    </a:cubicBezTo>
                    <a:cubicBezTo>
                      <a:pt x="68" y="57"/>
                      <a:pt x="68" y="56"/>
                      <a:pt x="68" y="55"/>
                    </a:cubicBezTo>
                    <a:cubicBezTo>
                      <a:pt x="53" y="34"/>
                      <a:pt x="61" y="9"/>
                      <a:pt x="61" y="9"/>
                    </a:cubicBezTo>
                    <a:cubicBezTo>
                      <a:pt x="51" y="17"/>
                      <a:pt x="40" y="22"/>
                      <a:pt x="29" y="22"/>
                    </a:cubicBezTo>
                    <a:cubicBezTo>
                      <a:pt x="15" y="22"/>
                      <a:pt x="3" y="14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9" name="Google Shape;2599;p56"/>
              <p:cNvSpPr/>
              <p:nvPr/>
            </p:nvSpPr>
            <p:spPr>
              <a:xfrm flipH="1">
                <a:off x="1980907" y="1954785"/>
                <a:ext cx="75571" cy="62635"/>
              </a:xfrm>
              <a:custGeom>
                <a:rect b="b" l="l" r="r" t="t"/>
                <a:pathLst>
                  <a:path extrusionOk="0" h="70" w="85">
                    <a:moveTo>
                      <a:pt x="76" y="64"/>
                    </a:moveTo>
                    <a:cubicBezTo>
                      <a:pt x="79" y="66"/>
                      <a:pt x="81" y="68"/>
                      <a:pt x="85" y="70"/>
                    </a:cubicBezTo>
                    <a:cubicBezTo>
                      <a:pt x="82" y="68"/>
                      <a:pt x="79" y="66"/>
                      <a:pt x="76" y="64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3" y="14"/>
                      <a:pt x="15" y="22"/>
                      <a:pt x="29" y="22"/>
                    </a:cubicBezTo>
                    <a:cubicBezTo>
                      <a:pt x="40" y="22"/>
                      <a:pt x="51" y="17"/>
                      <a:pt x="61" y="9"/>
                    </a:cubicBezTo>
                    <a:cubicBezTo>
                      <a:pt x="61" y="9"/>
                      <a:pt x="53" y="34"/>
                      <a:pt x="68" y="55"/>
                    </a:cubicBezTo>
                    <a:cubicBezTo>
                      <a:pt x="69" y="56"/>
                      <a:pt x="70" y="57"/>
                      <a:pt x="70" y="58"/>
                    </a:cubicBezTo>
                    <a:cubicBezTo>
                      <a:pt x="56" y="40"/>
                      <a:pt x="61" y="17"/>
                      <a:pt x="63" y="11"/>
                    </a:cubicBezTo>
                    <a:cubicBezTo>
                      <a:pt x="64" y="6"/>
                      <a:pt x="64" y="6"/>
                      <a:pt x="64" y="6"/>
                    </a:cubicBezTo>
                    <a:cubicBezTo>
                      <a:pt x="59" y="9"/>
                      <a:pt x="59" y="9"/>
                      <a:pt x="59" y="9"/>
                    </a:cubicBezTo>
                    <a:cubicBezTo>
                      <a:pt x="54" y="11"/>
                      <a:pt x="49" y="14"/>
                      <a:pt x="43" y="16"/>
                    </a:cubicBezTo>
                    <a:cubicBezTo>
                      <a:pt x="37" y="18"/>
                      <a:pt x="32" y="19"/>
                      <a:pt x="26" y="19"/>
                    </a:cubicBezTo>
                    <a:cubicBezTo>
                      <a:pt x="26" y="19"/>
                      <a:pt x="25" y="19"/>
                      <a:pt x="25" y="19"/>
                    </a:cubicBezTo>
                    <a:cubicBezTo>
                      <a:pt x="20" y="19"/>
                      <a:pt x="14" y="18"/>
                      <a:pt x="9" y="14"/>
                    </a:cubicBezTo>
                    <a:cubicBezTo>
                      <a:pt x="5" y="11"/>
                      <a:pt x="1" y="6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0" name="Google Shape;2600;p56"/>
              <p:cNvSpPr/>
              <p:nvPr/>
            </p:nvSpPr>
            <p:spPr>
              <a:xfrm flipH="1">
                <a:off x="2008820" y="2029675"/>
                <a:ext cx="53785" cy="10893"/>
              </a:xfrm>
              <a:custGeom>
                <a:rect b="b" l="l" r="r" t="t"/>
                <a:pathLst>
                  <a:path extrusionOk="0" h="12" w="60">
                    <a:moveTo>
                      <a:pt x="0" y="0"/>
                    </a:moveTo>
                    <a:cubicBezTo>
                      <a:pt x="60" y="12"/>
                      <a:pt x="60" y="12"/>
                      <a:pt x="60" y="12"/>
                    </a:cubicBezTo>
                    <a:cubicBezTo>
                      <a:pt x="57" y="9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53" y="7"/>
                      <a:pt x="53" y="7"/>
                      <a:pt x="53" y="7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1" name="Google Shape;2601;p56"/>
              <p:cNvSpPr/>
              <p:nvPr/>
            </p:nvSpPr>
            <p:spPr>
              <a:xfrm flipH="1">
                <a:off x="1998608" y="2000399"/>
                <a:ext cx="63316" cy="10893"/>
              </a:xfrm>
              <a:custGeom>
                <a:rect b="b" l="l" r="r" t="t"/>
                <a:pathLst>
                  <a:path extrusionOk="0" h="12" w="71">
                    <a:moveTo>
                      <a:pt x="0" y="0"/>
                    </a:moveTo>
                    <a:cubicBezTo>
                      <a:pt x="62" y="12"/>
                      <a:pt x="62" y="12"/>
                      <a:pt x="62" y="12"/>
                    </a:cubicBezTo>
                    <a:cubicBezTo>
                      <a:pt x="62" y="12"/>
                      <a:pt x="67" y="11"/>
                      <a:pt x="71" y="8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56"/>
              <p:cNvSpPr/>
              <p:nvPr/>
            </p:nvSpPr>
            <p:spPr>
              <a:xfrm flipH="1">
                <a:off x="2004736" y="1974528"/>
                <a:ext cx="51742" cy="14297"/>
              </a:xfrm>
              <a:custGeom>
                <a:rect b="b" l="l" r="r" t="t"/>
                <a:pathLst>
                  <a:path extrusionOk="0" h="16" w="58">
                    <a:moveTo>
                      <a:pt x="0" y="0"/>
                    </a:move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6"/>
                      <a:pt x="58" y="16"/>
                      <a:pt x="58" y="16"/>
                    </a:cubicBezTo>
                    <a:cubicBezTo>
                      <a:pt x="58" y="15"/>
                      <a:pt x="57" y="11"/>
                      <a:pt x="57" y="10"/>
                    </a:cubicBezTo>
                    <a:cubicBezTo>
                      <a:pt x="57" y="10"/>
                      <a:pt x="57" y="10"/>
                      <a:pt x="57" y="1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3" name="Google Shape;2603;p56"/>
              <p:cNvSpPr/>
              <p:nvPr/>
            </p:nvSpPr>
            <p:spPr>
              <a:xfrm flipH="1">
                <a:off x="2004736" y="1983379"/>
                <a:ext cx="681" cy="5447"/>
              </a:xfrm>
              <a:custGeom>
                <a:rect b="b" l="l" r="r" t="t"/>
                <a:pathLst>
                  <a:path extrusionOk="0" h="6" w="1">
                    <a:moveTo>
                      <a:pt x="1" y="6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FF5C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4" name="Google Shape;2604;p56"/>
              <p:cNvSpPr/>
              <p:nvPr/>
            </p:nvSpPr>
            <p:spPr>
              <a:xfrm flipH="1">
                <a:off x="1583990" y="1959550"/>
                <a:ext cx="411214" cy="510615"/>
              </a:xfrm>
              <a:custGeom>
                <a:rect b="b" l="l" r="r" t="t"/>
                <a:pathLst>
                  <a:path extrusionOk="0" h="573" w="461">
                    <a:moveTo>
                      <a:pt x="461" y="327"/>
                    </a:moveTo>
                    <a:cubicBezTo>
                      <a:pt x="460" y="330"/>
                      <a:pt x="459" y="335"/>
                      <a:pt x="457" y="341"/>
                    </a:cubicBezTo>
                    <a:cubicBezTo>
                      <a:pt x="449" y="366"/>
                      <a:pt x="433" y="417"/>
                      <a:pt x="412" y="464"/>
                    </a:cubicBezTo>
                    <a:cubicBezTo>
                      <a:pt x="403" y="484"/>
                      <a:pt x="393" y="503"/>
                      <a:pt x="382" y="520"/>
                    </a:cubicBezTo>
                    <a:cubicBezTo>
                      <a:pt x="362" y="551"/>
                      <a:pt x="340" y="573"/>
                      <a:pt x="316" y="573"/>
                    </a:cubicBezTo>
                    <a:cubicBezTo>
                      <a:pt x="241" y="571"/>
                      <a:pt x="0" y="276"/>
                      <a:pt x="0" y="276"/>
                    </a:cubicBezTo>
                    <a:cubicBezTo>
                      <a:pt x="16" y="169"/>
                      <a:pt x="98" y="52"/>
                      <a:pt x="98" y="52"/>
                    </a:cubicBezTo>
                    <a:cubicBezTo>
                      <a:pt x="280" y="277"/>
                      <a:pt x="280" y="277"/>
                      <a:pt x="280" y="277"/>
                    </a:cubicBezTo>
                    <a:cubicBezTo>
                      <a:pt x="280" y="277"/>
                      <a:pt x="349" y="24"/>
                      <a:pt x="382" y="11"/>
                    </a:cubicBezTo>
                    <a:cubicBezTo>
                      <a:pt x="383" y="10"/>
                      <a:pt x="383" y="10"/>
                      <a:pt x="384" y="10"/>
                    </a:cubicBezTo>
                    <a:cubicBezTo>
                      <a:pt x="417" y="0"/>
                      <a:pt x="452" y="59"/>
                      <a:pt x="452" y="59"/>
                    </a:cubicBezTo>
                    <a:cubicBezTo>
                      <a:pt x="456" y="181"/>
                      <a:pt x="456" y="181"/>
                      <a:pt x="456" y="181"/>
                    </a:cubicBezTo>
                    <a:cubicBezTo>
                      <a:pt x="459" y="261"/>
                      <a:pt x="459" y="261"/>
                      <a:pt x="459" y="261"/>
                    </a:cubicBezTo>
                    <a:cubicBezTo>
                      <a:pt x="461" y="327"/>
                      <a:pt x="461" y="327"/>
                      <a:pt x="461" y="32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5" name="Google Shape;2605;p56"/>
              <p:cNvSpPr/>
              <p:nvPr/>
            </p:nvSpPr>
            <p:spPr>
              <a:xfrm flipH="1">
                <a:off x="1625519" y="2133159"/>
                <a:ext cx="66040" cy="290029"/>
              </a:xfrm>
              <a:custGeom>
                <a:rect b="b" l="l" r="r" t="t"/>
                <a:pathLst>
                  <a:path extrusionOk="0" h="325" w="74">
                    <a:moveTo>
                      <a:pt x="42" y="0"/>
                    </a:moveTo>
                    <a:cubicBezTo>
                      <a:pt x="42" y="0"/>
                      <a:pt x="42" y="0"/>
                      <a:pt x="42" y="0"/>
                    </a:cubicBezTo>
                    <a:cubicBezTo>
                      <a:pt x="42" y="0"/>
                      <a:pt x="0" y="66"/>
                      <a:pt x="7" y="89"/>
                    </a:cubicBezTo>
                    <a:cubicBezTo>
                      <a:pt x="14" y="111"/>
                      <a:pt x="42" y="150"/>
                      <a:pt x="42" y="150"/>
                    </a:cubicBezTo>
                    <a:cubicBezTo>
                      <a:pt x="42" y="325"/>
                      <a:pt x="42" y="325"/>
                      <a:pt x="42" y="325"/>
                    </a:cubicBezTo>
                    <a:cubicBezTo>
                      <a:pt x="53" y="308"/>
                      <a:pt x="63" y="289"/>
                      <a:pt x="72" y="269"/>
                    </a:cubicBezTo>
                    <a:cubicBezTo>
                      <a:pt x="72" y="269"/>
                      <a:pt x="72" y="269"/>
                      <a:pt x="72" y="269"/>
                    </a:cubicBezTo>
                    <a:cubicBezTo>
                      <a:pt x="74" y="159"/>
                      <a:pt x="74" y="159"/>
                      <a:pt x="74" y="159"/>
                    </a:cubicBezTo>
                    <a:cubicBezTo>
                      <a:pt x="73" y="146"/>
                      <a:pt x="33" y="112"/>
                      <a:pt x="26" y="81"/>
                    </a:cubicBezTo>
                    <a:cubicBezTo>
                      <a:pt x="23" y="66"/>
                      <a:pt x="32" y="31"/>
                      <a:pt x="42" y="0"/>
                    </a:cubicBezTo>
                  </a:path>
                </a:pathLst>
              </a:custGeom>
              <a:solidFill>
                <a:srgbClr val="334157">
                  <a:alpha val="29110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56"/>
              <p:cNvSpPr/>
              <p:nvPr/>
            </p:nvSpPr>
            <p:spPr>
              <a:xfrm flipH="1">
                <a:off x="1228602" y="1913255"/>
                <a:ext cx="442532" cy="590271"/>
              </a:xfrm>
              <a:custGeom>
                <a:rect b="b" l="l" r="r" t="t"/>
                <a:pathLst>
                  <a:path extrusionOk="0" h="662" w="496">
                    <a:moveTo>
                      <a:pt x="496" y="88"/>
                    </a:moveTo>
                    <a:cubicBezTo>
                      <a:pt x="461" y="323"/>
                      <a:pt x="461" y="323"/>
                      <a:pt x="461" y="323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1" y="322"/>
                      <a:pt x="461" y="322"/>
                      <a:pt x="461" y="322"/>
                    </a:cubicBezTo>
                    <a:cubicBezTo>
                      <a:pt x="460" y="321"/>
                      <a:pt x="460" y="321"/>
                      <a:pt x="460" y="321"/>
                    </a:cubicBezTo>
                    <a:cubicBezTo>
                      <a:pt x="440" y="448"/>
                      <a:pt x="440" y="448"/>
                      <a:pt x="440" y="448"/>
                    </a:cubicBezTo>
                    <a:cubicBezTo>
                      <a:pt x="440" y="451"/>
                      <a:pt x="440" y="451"/>
                      <a:pt x="440" y="451"/>
                    </a:cubicBezTo>
                    <a:cubicBezTo>
                      <a:pt x="455" y="595"/>
                      <a:pt x="455" y="595"/>
                      <a:pt x="455" y="595"/>
                    </a:cubicBezTo>
                    <a:cubicBezTo>
                      <a:pt x="455" y="595"/>
                      <a:pt x="214" y="662"/>
                      <a:pt x="47" y="595"/>
                    </a:cubicBezTo>
                    <a:cubicBezTo>
                      <a:pt x="47" y="572"/>
                      <a:pt x="47" y="572"/>
                      <a:pt x="47" y="572"/>
                    </a:cubicBezTo>
                    <a:cubicBezTo>
                      <a:pt x="49" y="516"/>
                      <a:pt x="49" y="516"/>
                      <a:pt x="49" y="516"/>
                    </a:cubicBezTo>
                    <a:cubicBezTo>
                      <a:pt x="51" y="406"/>
                      <a:pt x="51" y="406"/>
                      <a:pt x="51" y="406"/>
                    </a:cubicBezTo>
                    <a:cubicBezTo>
                      <a:pt x="50" y="393"/>
                      <a:pt x="10" y="359"/>
                      <a:pt x="3" y="328"/>
                    </a:cubicBezTo>
                    <a:cubicBezTo>
                      <a:pt x="0" y="313"/>
                      <a:pt x="9" y="278"/>
                      <a:pt x="19" y="247"/>
                    </a:cubicBezTo>
                    <a:cubicBezTo>
                      <a:pt x="28" y="219"/>
                      <a:pt x="37" y="196"/>
                      <a:pt x="37" y="196"/>
                    </a:cubicBezTo>
                    <a:cubicBezTo>
                      <a:pt x="19" y="63"/>
                      <a:pt x="19" y="63"/>
                      <a:pt x="19" y="63"/>
                    </a:cubicBezTo>
                    <a:cubicBezTo>
                      <a:pt x="20" y="62"/>
                      <a:pt x="20" y="62"/>
                      <a:pt x="21" y="62"/>
                    </a:cubicBezTo>
                    <a:cubicBezTo>
                      <a:pt x="38" y="56"/>
                      <a:pt x="178" y="4"/>
                      <a:pt x="247" y="1"/>
                    </a:cubicBezTo>
                    <a:cubicBezTo>
                      <a:pt x="297" y="0"/>
                      <a:pt x="397" y="42"/>
                      <a:pt x="453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54" y="68"/>
                      <a:pt x="454" y="68"/>
                      <a:pt x="454" y="68"/>
                    </a:cubicBezTo>
                    <a:cubicBezTo>
                      <a:pt x="479" y="80"/>
                      <a:pt x="496" y="88"/>
                      <a:pt x="496" y="8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7" name="Google Shape;2607;p56"/>
              <p:cNvSpPr/>
              <p:nvPr/>
            </p:nvSpPr>
            <p:spPr>
              <a:xfrm flipH="1">
                <a:off x="885470" y="2443613"/>
                <a:ext cx="822429" cy="1230922"/>
              </a:xfrm>
              <a:custGeom>
                <a:rect b="b" l="l" r="r" t="t"/>
                <a:pathLst>
                  <a:path extrusionOk="0" h="1380" w="922">
                    <a:moveTo>
                      <a:pt x="7" y="256"/>
                    </a:moveTo>
                    <a:cubicBezTo>
                      <a:pt x="7" y="1338"/>
                      <a:pt x="7" y="1338"/>
                      <a:pt x="7" y="1338"/>
                    </a:cubicBezTo>
                    <a:cubicBezTo>
                      <a:pt x="7" y="1338"/>
                      <a:pt x="81" y="1380"/>
                      <a:pt x="214" y="1380"/>
                    </a:cubicBezTo>
                    <a:cubicBezTo>
                      <a:pt x="348" y="1380"/>
                      <a:pt x="428" y="1368"/>
                      <a:pt x="428" y="1368"/>
                    </a:cubicBezTo>
                    <a:cubicBezTo>
                      <a:pt x="324" y="356"/>
                      <a:pt x="324" y="356"/>
                      <a:pt x="324" y="356"/>
                    </a:cubicBezTo>
                    <a:cubicBezTo>
                      <a:pt x="538" y="1366"/>
                      <a:pt x="538" y="1366"/>
                      <a:pt x="538" y="1366"/>
                    </a:cubicBezTo>
                    <a:cubicBezTo>
                      <a:pt x="538" y="1366"/>
                      <a:pt x="653" y="1354"/>
                      <a:pt x="743" y="1332"/>
                    </a:cubicBezTo>
                    <a:cubicBezTo>
                      <a:pt x="834" y="1310"/>
                      <a:pt x="922" y="1248"/>
                      <a:pt x="922" y="1248"/>
                    </a:cubicBezTo>
                    <a:cubicBezTo>
                      <a:pt x="600" y="208"/>
                      <a:pt x="600" y="208"/>
                      <a:pt x="600" y="208"/>
                    </a:cubicBezTo>
                    <a:cubicBezTo>
                      <a:pt x="566" y="75"/>
                      <a:pt x="484" y="3"/>
                      <a:pt x="480" y="0"/>
                    </a:cubicBezTo>
                    <a:cubicBezTo>
                      <a:pt x="480" y="0"/>
                      <a:pt x="480" y="0"/>
                      <a:pt x="480" y="0"/>
                    </a:cubicBezTo>
                    <a:cubicBezTo>
                      <a:pt x="88" y="0"/>
                      <a:pt x="88" y="0"/>
                      <a:pt x="88" y="0"/>
                    </a:cubicBezTo>
                    <a:cubicBezTo>
                      <a:pt x="88" y="0"/>
                      <a:pt x="0" y="143"/>
                      <a:pt x="7" y="25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8" name="Google Shape;2608;p56"/>
              <p:cNvSpPr/>
              <p:nvPr/>
            </p:nvSpPr>
            <p:spPr>
              <a:xfrm flipH="1">
                <a:off x="1392679" y="1810451"/>
                <a:ext cx="125271" cy="239648"/>
              </a:xfrm>
              <a:custGeom>
                <a:rect b="b" l="l" r="r" t="t"/>
                <a:pathLst>
                  <a:path extrusionOk="0" h="269" w="140">
                    <a:moveTo>
                      <a:pt x="0" y="142"/>
                    </a:moveTo>
                    <a:cubicBezTo>
                      <a:pt x="0" y="159"/>
                      <a:pt x="0" y="233"/>
                      <a:pt x="37" y="269"/>
                    </a:cubicBezTo>
                    <a:cubicBezTo>
                      <a:pt x="110" y="236"/>
                      <a:pt x="139" y="123"/>
                      <a:pt x="139" y="123"/>
                    </a:cubicBezTo>
                    <a:cubicBezTo>
                      <a:pt x="139" y="118"/>
                      <a:pt x="139" y="118"/>
                      <a:pt x="139" y="118"/>
                    </a:cubicBezTo>
                    <a:cubicBezTo>
                      <a:pt x="140" y="29"/>
                      <a:pt x="140" y="29"/>
                      <a:pt x="140" y="29"/>
                    </a:cubicBezTo>
                    <a:cubicBezTo>
                      <a:pt x="139" y="11"/>
                      <a:pt x="15" y="0"/>
                      <a:pt x="15" y="0"/>
                    </a:cubicBezTo>
                    <a:cubicBezTo>
                      <a:pt x="0" y="142"/>
                      <a:pt x="0" y="142"/>
                      <a:pt x="0" y="142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9" name="Google Shape;2609;p56"/>
              <p:cNvSpPr/>
              <p:nvPr/>
            </p:nvSpPr>
            <p:spPr>
              <a:xfrm>
                <a:off x="1392679" y="1839726"/>
                <a:ext cx="0" cy="22467"/>
              </a:xfrm>
              <a:custGeom>
                <a:rect b="b" l="l" r="r" t="t"/>
                <a:pathLst>
                  <a:path extrusionOk="0" h="25" w="120000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0"/>
                      <a:pt x="0" y="0"/>
                      <a:pt x="0" y="0"/>
                    </a:cubicBezTo>
                  </a:path>
                </a:pathLst>
              </a:custGeom>
              <a:solidFill>
                <a:srgbClr val="27283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0" name="Google Shape;2610;p56"/>
              <p:cNvSpPr/>
              <p:nvPr/>
            </p:nvSpPr>
            <p:spPr>
              <a:xfrm flipH="1">
                <a:off x="1392679" y="1839726"/>
                <a:ext cx="117101" cy="61274"/>
              </a:xfrm>
              <a:custGeom>
                <a:rect b="b" l="l" r="r" t="t"/>
                <a:pathLst>
                  <a:path extrusionOk="0" h="69" w="131">
                    <a:moveTo>
                      <a:pt x="131" y="0"/>
                    </a:moveTo>
                    <a:cubicBezTo>
                      <a:pt x="100" y="30"/>
                      <a:pt x="51" y="64"/>
                      <a:pt x="11" y="64"/>
                    </a:cubicBezTo>
                    <a:cubicBezTo>
                      <a:pt x="7" y="64"/>
                      <a:pt x="4" y="63"/>
                      <a:pt x="1" y="63"/>
                    </a:cubicBezTo>
                    <a:cubicBezTo>
                      <a:pt x="0" y="64"/>
                      <a:pt x="0" y="64"/>
                      <a:pt x="0" y="64"/>
                    </a:cubicBezTo>
                    <a:cubicBezTo>
                      <a:pt x="0" y="64"/>
                      <a:pt x="14" y="69"/>
                      <a:pt x="35" y="69"/>
                    </a:cubicBezTo>
                    <a:cubicBezTo>
                      <a:pt x="61" y="69"/>
                      <a:pt x="98" y="61"/>
                      <a:pt x="131" y="25"/>
                    </a:cubicBezTo>
                    <a:cubicBezTo>
                      <a:pt x="131" y="0"/>
                      <a:pt x="131" y="0"/>
                      <a:pt x="131" y="0"/>
                    </a:cubicBezTo>
                  </a:path>
                </a:pathLst>
              </a:custGeom>
              <a:solidFill>
                <a:srgbClr val="FF865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1" name="Google Shape;2611;p56"/>
              <p:cNvSpPr/>
              <p:nvPr/>
            </p:nvSpPr>
            <p:spPr>
              <a:xfrm flipH="1">
                <a:off x="1351149" y="1610290"/>
                <a:ext cx="240330" cy="294795"/>
              </a:xfrm>
              <a:custGeom>
                <a:rect b="b" l="l" r="r" t="t"/>
                <a:pathLst>
                  <a:path extrusionOk="0" h="330" w="270">
                    <a:moveTo>
                      <a:pt x="2" y="168"/>
                    </a:moveTo>
                    <a:cubicBezTo>
                      <a:pt x="1" y="175"/>
                      <a:pt x="1" y="181"/>
                      <a:pt x="0" y="187"/>
                    </a:cubicBezTo>
                    <a:cubicBezTo>
                      <a:pt x="0" y="208"/>
                      <a:pt x="0" y="224"/>
                      <a:pt x="2" y="230"/>
                    </a:cubicBezTo>
                    <a:cubicBezTo>
                      <a:pt x="20" y="271"/>
                      <a:pt x="66" y="316"/>
                      <a:pt x="90" y="319"/>
                    </a:cubicBezTo>
                    <a:cubicBezTo>
                      <a:pt x="142" y="330"/>
                      <a:pt x="215" y="270"/>
                      <a:pt x="244" y="236"/>
                    </a:cubicBezTo>
                    <a:cubicBezTo>
                      <a:pt x="262" y="215"/>
                      <a:pt x="270" y="166"/>
                      <a:pt x="264" y="116"/>
                    </a:cubicBezTo>
                    <a:cubicBezTo>
                      <a:pt x="260" y="85"/>
                      <a:pt x="255" y="81"/>
                      <a:pt x="252" y="69"/>
                    </a:cubicBezTo>
                    <a:cubicBezTo>
                      <a:pt x="252" y="69"/>
                      <a:pt x="243" y="18"/>
                      <a:pt x="142" y="6"/>
                    </a:cubicBezTo>
                    <a:cubicBezTo>
                      <a:pt x="91" y="0"/>
                      <a:pt x="40" y="12"/>
                      <a:pt x="27" y="40"/>
                    </a:cubicBezTo>
                    <a:cubicBezTo>
                      <a:pt x="14" y="68"/>
                      <a:pt x="5" y="124"/>
                      <a:pt x="2" y="168"/>
                    </a:cubicBezTo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2" name="Google Shape;2612;p56"/>
              <p:cNvSpPr/>
              <p:nvPr/>
            </p:nvSpPr>
            <p:spPr>
              <a:xfrm flipH="1">
                <a:off x="1406976" y="1777091"/>
                <a:ext cx="43572" cy="21786"/>
              </a:xfrm>
              <a:custGeom>
                <a:rect b="b" l="l" r="r" t="t"/>
                <a:pathLst>
                  <a:path extrusionOk="0" h="24" w="49">
                    <a:moveTo>
                      <a:pt x="26" y="0"/>
                    </a:moveTo>
                    <a:cubicBezTo>
                      <a:pt x="25" y="0"/>
                      <a:pt x="24" y="0"/>
                      <a:pt x="23" y="0"/>
                    </a:cubicBezTo>
                    <a:cubicBezTo>
                      <a:pt x="10" y="1"/>
                      <a:pt x="0" y="14"/>
                      <a:pt x="0" y="14"/>
                    </a:cubicBezTo>
                    <a:cubicBezTo>
                      <a:pt x="0" y="14"/>
                      <a:pt x="11" y="24"/>
                      <a:pt x="23" y="24"/>
                    </a:cubicBezTo>
                    <a:cubicBezTo>
                      <a:pt x="24" y="24"/>
                      <a:pt x="25" y="24"/>
                      <a:pt x="25" y="24"/>
                    </a:cubicBezTo>
                    <a:cubicBezTo>
                      <a:pt x="39" y="22"/>
                      <a:pt x="49" y="10"/>
                      <a:pt x="49" y="10"/>
                    </a:cubicBezTo>
                    <a:cubicBezTo>
                      <a:pt x="49" y="10"/>
                      <a:pt x="38" y="0"/>
                      <a:pt x="26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3" name="Google Shape;2613;p56"/>
              <p:cNvSpPr/>
              <p:nvPr/>
            </p:nvSpPr>
            <p:spPr>
              <a:xfrm flipH="1">
                <a:off x="1575819" y="1760070"/>
                <a:ext cx="15659" cy="17020"/>
              </a:xfrm>
              <a:custGeom>
                <a:rect b="b" l="l" r="r" t="t"/>
                <a:pathLst>
                  <a:path extrusionOk="0" h="19" w="18">
                    <a:moveTo>
                      <a:pt x="2" y="0"/>
                    </a:moveTo>
                    <a:cubicBezTo>
                      <a:pt x="2" y="0"/>
                      <a:pt x="2" y="0"/>
                      <a:pt x="2" y="0"/>
                    </a:cubicBezTo>
                    <a:cubicBezTo>
                      <a:pt x="1" y="7"/>
                      <a:pt x="1" y="13"/>
                      <a:pt x="0" y="19"/>
                    </a:cubicBezTo>
                    <a:cubicBezTo>
                      <a:pt x="1" y="19"/>
                      <a:pt x="2" y="19"/>
                      <a:pt x="3" y="19"/>
                    </a:cubicBezTo>
                    <a:cubicBezTo>
                      <a:pt x="11" y="19"/>
                      <a:pt x="18" y="15"/>
                      <a:pt x="18" y="15"/>
                    </a:cubicBezTo>
                    <a:cubicBezTo>
                      <a:pt x="18" y="15"/>
                      <a:pt x="12" y="4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7B5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4" name="Google Shape;2614;p56"/>
              <p:cNvSpPr/>
              <p:nvPr/>
            </p:nvSpPr>
            <p:spPr>
              <a:xfrm flipH="1">
                <a:off x="1542459" y="1736923"/>
                <a:ext cx="25191" cy="44934"/>
              </a:xfrm>
              <a:custGeom>
                <a:rect b="b" l="l" r="r" t="t"/>
                <a:pathLst>
                  <a:path extrusionOk="0" h="50" w="28">
                    <a:moveTo>
                      <a:pt x="0" y="0"/>
                    </a:moveTo>
                    <a:cubicBezTo>
                      <a:pt x="18" y="2"/>
                      <a:pt x="18" y="2"/>
                      <a:pt x="18" y="2"/>
                    </a:cubicBezTo>
                    <a:cubicBezTo>
                      <a:pt x="24" y="3"/>
                      <a:pt x="28" y="14"/>
                      <a:pt x="27" y="27"/>
                    </a:cubicBezTo>
                    <a:cubicBezTo>
                      <a:pt x="25" y="40"/>
                      <a:pt x="19" y="50"/>
                      <a:pt x="13" y="49"/>
                    </a:cubicBezTo>
                    <a:cubicBezTo>
                      <a:pt x="7" y="48"/>
                      <a:pt x="3" y="37"/>
                      <a:pt x="5" y="24"/>
                    </a:cubicBezTo>
                    <a:cubicBezTo>
                      <a:pt x="5" y="19"/>
                      <a:pt x="7" y="14"/>
                      <a:pt x="9" y="1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5" name="Google Shape;2615;p56"/>
              <p:cNvSpPr/>
              <p:nvPr/>
            </p:nvSpPr>
            <p:spPr>
              <a:xfrm flipH="1">
                <a:off x="1437613" y="1681095"/>
                <a:ext cx="61274" cy="64678"/>
              </a:xfrm>
              <a:custGeom>
                <a:rect b="b" l="l" r="r" t="t"/>
                <a:pathLst>
                  <a:path extrusionOk="0" h="73" w="69">
                    <a:moveTo>
                      <a:pt x="0" y="45"/>
                    </a:moveTo>
                    <a:cubicBezTo>
                      <a:pt x="0" y="45"/>
                      <a:pt x="41" y="31"/>
                      <a:pt x="69" y="73"/>
                    </a:cubicBezTo>
                    <a:cubicBezTo>
                      <a:pt x="69" y="73"/>
                      <a:pt x="42" y="0"/>
                      <a:pt x="0" y="4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6" name="Google Shape;2616;p56"/>
              <p:cNvSpPr/>
              <p:nvPr/>
            </p:nvSpPr>
            <p:spPr>
              <a:xfrm flipH="1">
                <a:off x="1536332" y="1684499"/>
                <a:ext cx="49019" cy="48338"/>
              </a:xfrm>
              <a:custGeom>
                <a:rect b="b" l="l" r="r" t="t"/>
                <a:pathLst>
                  <a:path extrusionOk="0" h="54" w="55">
                    <a:moveTo>
                      <a:pt x="55" y="38"/>
                    </a:moveTo>
                    <a:cubicBezTo>
                      <a:pt x="55" y="38"/>
                      <a:pt x="23" y="25"/>
                      <a:pt x="0" y="54"/>
                    </a:cubicBezTo>
                    <a:cubicBezTo>
                      <a:pt x="0" y="54"/>
                      <a:pt x="26" y="0"/>
                      <a:pt x="55" y="3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7" name="Google Shape;2617;p56"/>
              <p:cNvSpPr/>
              <p:nvPr/>
            </p:nvSpPr>
            <p:spPr>
              <a:xfrm flipH="1">
                <a:off x="1464165" y="1808408"/>
                <a:ext cx="87145" cy="25871"/>
              </a:xfrm>
              <a:custGeom>
                <a:rect b="b" l="l" r="r" t="t"/>
                <a:pathLst>
                  <a:path extrusionOk="0" h="29" w="98">
                    <a:moveTo>
                      <a:pt x="31" y="25"/>
                    </a:moveTo>
                    <a:cubicBezTo>
                      <a:pt x="35" y="26"/>
                      <a:pt x="39" y="27"/>
                      <a:pt x="43" y="27"/>
                    </a:cubicBezTo>
                    <a:cubicBezTo>
                      <a:pt x="61" y="29"/>
                      <a:pt x="79" y="22"/>
                      <a:pt x="97" y="6"/>
                    </a:cubicBezTo>
                    <a:cubicBezTo>
                      <a:pt x="98" y="6"/>
                      <a:pt x="98" y="4"/>
                      <a:pt x="98" y="4"/>
                    </a:cubicBezTo>
                    <a:cubicBezTo>
                      <a:pt x="97" y="3"/>
                      <a:pt x="96" y="3"/>
                      <a:pt x="95" y="3"/>
                    </a:cubicBezTo>
                    <a:cubicBezTo>
                      <a:pt x="78" y="18"/>
                      <a:pt x="61" y="25"/>
                      <a:pt x="44" y="23"/>
                    </a:cubicBezTo>
                    <a:cubicBezTo>
                      <a:pt x="19" y="21"/>
                      <a:pt x="4" y="2"/>
                      <a:pt x="4" y="1"/>
                    </a:cubicBezTo>
                    <a:cubicBezTo>
                      <a:pt x="3" y="0"/>
                      <a:pt x="2" y="0"/>
                      <a:pt x="1" y="1"/>
                    </a:cubicBezTo>
                    <a:cubicBezTo>
                      <a:pt x="0" y="2"/>
                      <a:pt x="0" y="3"/>
                      <a:pt x="1" y="4"/>
                    </a:cubicBezTo>
                    <a:cubicBezTo>
                      <a:pt x="1" y="4"/>
                      <a:pt x="12" y="19"/>
                      <a:pt x="31" y="25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8" name="Google Shape;2618;p56"/>
              <p:cNvSpPr/>
              <p:nvPr/>
            </p:nvSpPr>
            <p:spPr>
              <a:xfrm flipH="1">
                <a:off x="1302130" y="1721264"/>
                <a:ext cx="66040" cy="129356"/>
              </a:xfrm>
              <a:custGeom>
                <a:rect b="b" l="l" r="r" t="t"/>
                <a:pathLst>
                  <a:path extrusionOk="0" h="145" w="74">
                    <a:moveTo>
                      <a:pt x="4" y="41"/>
                    </a:moveTo>
                    <a:cubicBezTo>
                      <a:pt x="4" y="41"/>
                      <a:pt x="21" y="0"/>
                      <a:pt x="48" y="3"/>
                    </a:cubicBezTo>
                    <a:cubicBezTo>
                      <a:pt x="74" y="6"/>
                      <a:pt x="58" y="145"/>
                      <a:pt x="0" y="85"/>
                    </a:cubicBezTo>
                    <a:lnTo>
                      <a:pt x="4" y="41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9" name="Google Shape;2619;p56"/>
              <p:cNvSpPr/>
              <p:nvPr/>
            </p:nvSpPr>
            <p:spPr>
              <a:xfrm flipH="1">
                <a:off x="1328001" y="1751220"/>
                <a:ext cx="33360" cy="27233"/>
              </a:xfrm>
              <a:custGeom>
                <a:rect b="b" l="l" r="r" t="t"/>
                <a:pathLst>
                  <a:path extrusionOk="0" h="30" w="38">
                    <a:moveTo>
                      <a:pt x="1" y="30"/>
                    </a:moveTo>
                    <a:cubicBezTo>
                      <a:pt x="2" y="30"/>
                      <a:pt x="3" y="30"/>
                      <a:pt x="3" y="29"/>
                    </a:cubicBezTo>
                    <a:cubicBezTo>
                      <a:pt x="3" y="29"/>
                      <a:pt x="6" y="19"/>
                      <a:pt x="13" y="17"/>
                    </a:cubicBezTo>
                    <a:cubicBezTo>
                      <a:pt x="16" y="16"/>
                      <a:pt x="19" y="17"/>
                      <a:pt x="23" y="20"/>
                    </a:cubicBezTo>
                    <a:cubicBezTo>
                      <a:pt x="24" y="20"/>
                      <a:pt x="25" y="20"/>
                      <a:pt x="25" y="20"/>
                    </a:cubicBezTo>
                    <a:cubicBezTo>
                      <a:pt x="26" y="19"/>
                      <a:pt x="26" y="18"/>
                      <a:pt x="25" y="17"/>
                    </a:cubicBezTo>
                    <a:cubicBezTo>
                      <a:pt x="20" y="14"/>
                      <a:pt x="16" y="13"/>
                      <a:pt x="12" y="14"/>
                    </a:cubicBezTo>
                    <a:cubicBezTo>
                      <a:pt x="11" y="14"/>
                      <a:pt x="10" y="15"/>
                      <a:pt x="9" y="15"/>
                    </a:cubicBezTo>
                    <a:cubicBezTo>
                      <a:pt x="14" y="8"/>
                      <a:pt x="20" y="4"/>
                      <a:pt x="25" y="4"/>
                    </a:cubicBezTo>
                    <a:cubicBezTo>
                      <a:pt x="28" y="5"/>
                      <a:pt x="31" y="7"/>
                      <a:pt x="33" y="11"/>
                    </a:cubicBezTo>
                    <a:cubicBezTo>
                      <a:pt x="34" y="14"/>
                      <a:pt x="35" y="17"/>
                      <a:pt x="35" y="17"/>
                    </a:cubicBezTo>
                    <a:cubicBezTo>
                      <a:pt x="35" y="17"/>
                      <a:pt x="36" y="18"/>
                      <a:pt x="37" y="18"/>
                    </a:cubicBezTo>
                    <a:cubicBezTo>
                      <a:pt x="38" y="18"/>
                      <a:pt x="38" y="17"/>
                      <a:pt x="38" y="16"/>
                    </a:cubicBezTo>
                    <a:cubicBezTo>
                      <a:pt x="38" y="15"/>
                      <a:pt x="36" y="3"/>
                      <a:pt x="26" y="1"/>
                    </a:cubicBezTo>
                    <a:cubicBezTo>
                      <a:pt x="16" y="0"/>
                      <a:pt x="4" y="12"/>
                      <a:pt x="0" y="28"/>
                    </a:cubicBezTo>
                    <a:cubicBezTo>
                      <a:pt x="0" y="29"/>
                      <a:pt x="0" y="30"/>
                      <a:pt x="1" y="30"/>
                    </a:cubicBez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0" name="Google Shape;2620;p56"/>
              <p:cNvSpPr/>
              <p:nvPr/>
            </p:nvSpPr>
            <p:spPr>
              <a:xfrm flipH="1">
                <a:off x="1306215" y="1546974"/>
                <a:ext cx="307050" cy="194714"/>
              </a:xfrm>
              <a:custGeom>
                <a:rect b="b" l="l" r="r" t="t"/>
                <a:pathLst>
                  <a:path extrusionOk="0" h="218" w="344">
                    <a:moveTo>
                      <a:pt x="38" y="175"/>
                    </a:moveTo>
                    <a:cubicBezTo>
                      <a:pt x="38" y="175"/>
                      <a:pt x="93" y="160"/>
                      <a:pt x="116" y="109"/>
                    </a:cubicBezTo>
                    <a:cubicBezTo>
                      <a:pt x="116" y="109"/>
                      <a:pt x="163" y="212"/>
                      <a:pt x="290" y="218"/>
                    </a:cubicBezTo>
                    <a:cubicBezTo>
                      <a:pt x="290" y="218"/>
                      <a:pt x="293" y="164"/>
                      <a:pt x="344" y="175"/>
                    </a:cubicBezTo>
                    <a:cubicBezTo>
                      <a:pt x="344" y="175"/>
                      <a:pt x="340" y="87"/>
                      <a:pt x="280" y="44"/>
                    </a:cubicBezTo>
                    <a:cubicBezTo>
                      <a:pt x="219" y="0"/>
                      <a:pt x="137" y="38"/>
                      <a:pt x="137" y="38"/>
                    </a:cubicBezTo>
                    <a:cubicBezTo>
                      <a:pt x="137" y="38"/>
                      <a:pt x="120" y="18"/>
                      <a:pt x="75" y="35"/>
                    </a:cubicBezTo>
                    <a:cubicBezTo>
                      <a:pt x="30" y="52"/>
                      <a:pt x="0" y="177"/>
                      <a:pt x="0" y="177"/>
                    </a:cubicBezTo>
                    <a:cubicBezTo>
                      <a:pt x="0" y="177"/>
                      <a:pt x="24" y="180"/>
                      <a:pt x="38" y="1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1" name="Google Shape;2621;p56"/>
              <p:cNvSpPr/>
              <p:nvPr/>
            </p:nvSpPr>
            <p:spPr>
              <a:xfrm flipH="1">
                <a:off x="1161882" y="2299279"/>
                <a:ext cx="39487" cy="211054"/>
              </a:xfrm>
              <a:custGeom>
                <a:rect b="b" l="l" r="r" t="t"/>
                <a:pathLst>
                  <a:path extrusionOk="0" h="237" w="44">
                    <a:moveTo>
                      <a:pt x="0" y="119"/>
                    </a:moveTo>
                    <a:cubicBezTo>
                      <a:pt x="0" y="184"/>
                      <a:pt x="16" y="237"/>
                      <a:pt x="16" y="237"/>
                    </a:cubicBezTo>
                    <a:cubicBezTo>
                      <a:pt x="16" y="237"/>
                      <a:pt x="44" y="184"/>
                      <a:pt x="44" y="119"/>
                    </a:cubicBezTo>
                    <a:cubicBezTo>
                      <a:pt x="44" y="53"/>
                      <a:pt x="22" y="0"/>
                      <a:pt x="22" y="0"/>
                    </a:cubicBezTo>
                    <a:cubicBezTo>
                      <a:pt x="22" y="0"/>
                      <a:pt x="0" y="53"/>
                      <a:pt x="0" y="1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2" name="Google Shape;2622;p56"/>
              <p:cNvSpPr/>
              <p:nvPr/>
            </p:nvSpPr>
            <p:spPr>
              <a:xfrm flipH="1">
                <a:off x="1202050" y="2133840"/>
                <a:ext cx="322709" cy="447298"/>
              </a:xfrm>
              <a:custGeom>
                <a:rect b="b" l="l" r="r" t="t"/>
                <a:pathLst>
                  <a:path extrusionOk="0" h="501" w="362">
                    <a:moveTo>
                      <a:pt x="19" y="25"/>
                    </a:moveTo>
                    <a:cubicBezTo>
                      <a:pt x="312" y="0"/>
                      <a:pt x="312" y="0"/>
                      <a:pt x="312" y="0"/>
                    </a:cubicBezTo>
                    <a:cubicBezTo>
                      <a:pt x="319" y="1"/>
                      <a:pt x="325" y="7"/>
                      <a:pt x="326" y="15"/>
                    </a:cubicBezTo>
                    <a:cubicBezTo>
                      <a:pt x="361" y="459"/>
                      <a:pt x="361" y="459"/>
                      <a:pt x="361" y="459"/>
                    </a:cubicBezTo>
                    <a:cubicBezTo>
                      <a:pt x="362" y="469"/>
                      <a:pt x="353" y="477"/>
                      <a:pt x="343" y="476"/>
                    </a:cubicBezTo>
                    <a:cubicBezTo>
                      <a:pt x="50" y="501"/>
                      <a:pt x="50" y="501"/>
                      <a:pt x="50" y="501"/>
                    </a:cubicBezTo>
                    <a:cubicBezTo>
                      <a:pt x="42" y="500"/>
                      <a:pt x="36" y="494"/>
                      <a:pt x="36" y="486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0" y="33"/>
                      <a:pt x="9" y="24"/>
                      <a:pt x="19" y="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3" name="Google Shape;2623;p56"/>
              <p:cNvSpPr/>
              <p:nvPr/>
            </p:nvSpPr>
            <p:spPr>
              <a:xfrm flipH="1">
                <a:off x="1328007" y="2250941"/>
                <a:ext cx="70800" cy="72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4" name="Google Shape;2624;p56"/>
              <p:cNvSpPr/>
              <p:nvPr/>
            </p:nvSpPr>
            <p:spPr>
              <a:xfrm flipH="1">
                <a:off x="1153711" y="2244133"/>
                <a:ext cx="171567" cy="204927"/>
              </a:xfrm>
              <a:custGeom>
                <a:rect b="b" l="l" r="r" t="t"/>
                <a:pathLst>
                  <a:path extrusionOk="0" h="230" w="192">
                    <a:moveTo>
                      <a:pt x="128" y="230"/>
                    </a:moveTo>
                    <a:cubicBezTo>
                      <a:pt x="146" y="224"/>
                      <a:pt x="174" y="212"/>
                      <a:pt x="180" y="189"/>
                    </a:cubicBezTo>
                    <a:cubicBezTo>
                      <a:pt x="190" y="155"/>
                      <a:pt x="192" y="61"/>
                      <a:pt x="174" y="45"/>
                    </a:cubicBezTo>
                    <a:cubicBezTo>
                      <a:pt x="156" y="29"/>
                      <a:pt x="27" y="0"/>
                      <a:pt x="27" y="0"/>
                    </a:cubicBezTo>
                    <a:cubicBezTo>
                      <a:pt x="27" y="0"/>
                      <a:pt x="21" y="26"/>
                      <a:pt x="45" y="36"/>
                    </a:cubicBezTo>
                    <a:cubicBezTo>
                      <a:pt x="69" y="45"/>
                      <a:pt x="133" y="64"/>
                      <a:pt x="133" y="64"/>
                    </a:cubicBezTo>
                    <a:cubicBezTo>
                      <a:pt x="3" y="59"/>
                      <a:pt x="3" y="59"/>
                      <a:pt x="3" y="59"/>
                    </a:cubicBezTo>
                    <a:cubicBezTo>
                      <a:pt x="3" y="59"/>
                      <a:pt x="0" y="77"/>
                      <a:pt x="15" y="86"/>
                    </a:cubicBezTo>
                    <a:cubicBezTo>
                      <a:pt x="30" y="95"/>
                      <a:pt x="116" y="97"/>
                      <a:pt x="116" y="97"/>
                    </a:cubicBezTo>
                    <a:cubicBezTo>
                      <a:pt x="10" y="95"/>
                      <a:pt x="10" y="95"/>
                      <a:pt x="10" y="95"/>
                    </a:cubicBezTo>
                    <a:cubicBezTo>
                      <a:pt x="10" y="95"/>
                      <a:pt x="7" y="120"/>
                      <a:pt x="35" y="123"/>
                    </a:cubicBezTo>
                    <a:cubicBezTo>
                      <a:pt x="62" y="126"/>
                      <a:pt x="126" y="132"/>
                      <a:pt x="126" y="132"/>
                    </a:cubicBezTo>
                    <a:cubicBezTo>
                      <a:pt x="52" y="129"/>
                      <a:pt x="52" y="129"/>
                      <a:pt x="52" y="129"/>
                    </a:cubicBezTo>
                    <a:cubicBezTo>
                      <a:pt x="52" y="129"/>
                      <a:pt x="53" y="154"/>
                      <a:pt x="79" y="157"/>
                    </a:cubicBezTo>
                    <a:cubicBezTo>
                      <a:pt x="98" y="159"/>
                      <a:pt x="123" y="163"/>
                      <a:pt x="123" y="163"/>
                    </a:cubicBezTo>
                    <a:lnTo>
                      <a:pt x="128" y="230"/>
                    </a:lnTo>
                    <a:close/>
                  </a:path>
                </a:pathLst>
              </a:custGeom>
              <a:solidFill>
                <a:srgbClr val="FFA47D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56"/>
              <p:cNvSpPr/>
              <p:nvPr/>
            </p:nvSpPr>
            <p:spPr>
              <a:xfrm flipH="1">
                <a:off x="1464846" y="1736923"/>
                <a:ext cx="27233" cy="47657"/>
              </a:xfrm>
              <a:custGeom>
                <a:rect b="b" l="l" r="r" t="t"/>
                <a:pathLst>
                  <a:path extrusionOk="0" h="53" w="30">
                    <a:moveTo>
                      <a:pt x="0" y="0"/>
                    </a:moveTo>
                    <a:cubicBezTo>
                      <a:pt x="19" y="2"/>
                      <a:pt x="19" y="2"/>
                      <a:pt x="19" y="2"/>
                    </a:cubicBezTo>
                    <a:cubicBezTo>
                      <a:pt x="26" y="3"/>
                      <a:pt x="30" y="15"/>
                      <a:pt x="28" y="28"/>
                    </a:cubicBezTo>
                    <a:cubicBezTo>
                      <a:pt x="27" y="42"/>
                      <a:pt x="20" y="53"/>
                      <a:pt x="14" y="52"/>
                    </a:cubicBezTo>
                    <a:cubicBezTo>
                      <a:pt x="8" y="51"/>
                      <a:pt x="4" y="40"/>
                      <a:pt x="5" y="26"/>
                    </a:cubicBezTo>
                    <a:cubicBezTo>
                      <a:pt x="6" y="20"/>
                      <a:pt x="7" y="15"/>
                      <a:pt x="9" y="1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6" name="Google Shape;2626;p56"/>
            <p:cNvGrpSpPr/>
            <p:nvPr/>
          </p:nvGrpSpPr>
          <p:grpSpPr>
            <a:xfrm>
              <a:off x="1880948" y="2504669"/>
              <a:ext cx="959226" cy="675313"/>
              <a:chOff x="4768936" y="2201894"/>
              <a:chExt cx="959226" cy="675313"/>
            </a:xfrm>
          </p:grpSpPr>
          <p:sp>
            <p:nvSpPr>
              <p:cNvPr id="2627" name="Google Shape;2627;p56"/>
              <p:cNvSpPr/>
              <p:nvPr/>
            </p:nvSpPr>
            <p:spPr>
              <a:xfrm>
                <a:off x="4768936" y="2201894"/>
                <a:ext cx="959226" cy="675313"/>
              </a:xfrm>
              <a:custGeom>
                <a:rect b="b" l="l" r="r" t="t"/>
                <a:pathLst>
                  <a:path extrusionOk="0" h="365" w="517">
                    <a:moveTo>
                      <a:pt x="503" y="365"/>
                    </a:moveTo>
                    <a:cubicBezTo>
                      <a:pt x="14" y="365"/>
                      <a:pt x="14" y="365"/>
                      <a:pt x="14" y="365"/>
                    </a:cubicBezTo>
                    <a:cubicBezTo>
                      <a:pt x="6" y="365"/>
                      <a:pt x="0" y="359"/>
                      <a:pt x="0" y="351"/>
                    </a:cubicBezTo>
                    <a:cubicBezTo>
                      <a:pt x="0" y="14"/>
                      <a:pt x="0" y="14"/>
                      <a:pt x="0" y="14"/>
                    </a:cubicBezTo>
                    <a:cubicBezTo>
                      <a:pt x="0" y="6"/>
                      <a:pt x="6" y="0"/>
                      <a:pt x="14" y="0"/>
                    </a:cubicBezTo>
                    <a:cubicBezTo>
                      <a:pt x="503" y="0"/>
                      <a:pt x="503" y="0"/>
                      <a:pt x="503" y="0"/>
                    </a:cubicBezTo>
                    <a:cubicBezTo>
                      <a:pt x="511" y="0"/>
                      <a:pt x="517" y="6"/>
                      <a:pt x="517" y="14"/>
                    </a:cubicBezTo>
                    <a:cubicBezTo>
                      <a:pt x="517" y="351"/>
                      <a:pt x="517" y="351"/>
                      <a:pt x="517" y="351"/>
                    </a:cubicBezTo>
                    <a:cubicBezTo>
                      <a:pt x="517" y="359"/>
                      <a:pt x="511" y="365"/>
                      <a:pt x="503" y="3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8" name="Google Shape;2628;p56"/>
              <p:cNvSpPr/>
              <p:nvPr/>
            </p:nvSpPr>
            <p:spPr>
              <a:xfrm>
                <a:off x="4874390" y="2238397"/>
                <a:ext cx="750345" cy="332586"/>
              </a:xfrm>
              <a:custGeom>
                <a:rect b="b" l="l" r="r" t="t"/>
                <a:pathLst>
                  <a:path extrusionOk="0" h="164" w="370">
                    <a:moveTo>
                      <a:pt x="1" y="164"/>
                    </a:moveTo>
                    <a:lnTo>
                      <a:pt x="125" y="82"/>
                    </a:lnTo>
                    <a:lnTo>
                      <a:pt x="184" y="125"/>
                    </a:lnTo>
                    <a:lnTo>
                      <a:pt x="247" y="47"/>
                    </a:lnTo>
                    <a:lnTo>
                      <a:pt x="308" y="86"/>
                    </a:lnTo>
                    <a:lnTo>
                      <a:pt x="370" y="2"/>
                    </a:lnTo>
                    <a:lnTo>
                      <a:pt x="368" y="0"/>
                    </a:lnTo>
                    <a:lnTo>
                      <a:pt x="308" y="84"/>
                    </a:lnTo>
                    <a:lnTo>
                      <a:pt x="246" y="45"/>
                    </a:lnTo>
                    <a:lnTo>
                      <a:pt x="183" y="123"/>
                    </a:lnTo>
                    <a:lnTo>
                      <a:pt x="125" y="80"/>
                    </a:lnTo>
                    <a:lnTo>
                      <a:pt x="0" y="162"/>
                    </a:lnTo>
                    <a:lnTo>
                      <a:pt x="1" y="164"/>
                    </a:lnTo>
                    <a:lnTo>
                      <a:pt x="1" y="16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56"/>
              <p:cNvSpPr/>
              <p:nvPr/>
            </p:nvSpPr>
            <p:spPr>
              <a:xfrm>
                <a:off x="5109633" y="2384410"/>
                <a:ext cx="363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0" name="Google Shape;2630;p56"/>
              <p:cNvSpPr/>
              <p:nvPr/>
            </p:nvSpPr>
            <p:spPr>
              <a:xfrm>
                <a:off x="5229284" y="2467556"/>
                <a:ext cx="36300" cy="387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1" name="Google Shape;2631;p56"/>
              <p:cNvSpPr/>
              <p:nvPr/>
            </p:nvSpPr>
            <p:spPr>
              <a:xfrm>
                <a:off x="5355017" y="2315460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2" name="Google Shape;2632;p56"/>
              <p:cNvSpPr/>
              <p:nvPr/>
            </p:nvSpPr>
            <p:spPr>
              <a:xfrm>
                <a:off x="5478722" y="2386438"/>
                <a:ext cx="38700" cy="3630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3" name="Google Shape;2633;p56"/>
              <p:cNvSpPr/>
              <p:nvPr/>
            </p:nvSpPr>
            <p:spPr>
              <a:xfrm>
                <a:off x="5604456" y="2222173"/>
                <a:ext cx="36300" cy="3630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4" name="Google Shape;2634;p56"/>
              <p:cNvSpPr/>
              <p:nvPr/>
            </p:nvSpPr>
            <p:spPr>
              <a:xfrm>
                <a:off x="4856139" y="2548675"/>
                <a:ext cx="38700" cy="38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5" name="Google Shape;2635;p56"/>
              <p:cNvSpPr/>
              <p:nvPr/>
            </p:nvSpPr>
            <p:spPr>
              <a:xfrm>
                <a:off x="4848027" y="2635878"/>
                <a:ext cx="66923" cy="152098"/>
              </a:xfrm>
              <a:custGeom>
                <a:rect b="b" l="l" r="r" t="t"/>
                <a:pathLst>
                  <a:path extrusionOk="0" h="83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3"/>
                      <a:pt x="8" y="83"/>
                      <a:pt x="18" y="83"/>
                    </a:cubicBezTo>
                    <a:cubicBezTo>
                      <a:pt x="28" y="83"/>
                      <a:pt x="36" y="73"/>
                      <a:pt x="36" y="60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6" name="Google Shape;2636;p56"/>
              <p:cNvSpPr/>
              <p:nvPr/>
            </p:nvSpPr>
            <p:spPr>
              <a:xfrm>
                <a:off x="4971732" y="2564899"/>
                <a:ext cx="66923" cy="223076"/>
              </a:xfrm>
              <a:custGeom>
                <a:rect b="b" l="l" r="r" t="t"/>
                <a:pathLst>
                  <a:path extrusionOk="0" h="121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98"/>
                      <a:pt x="0" y="98"/>
                      <a:pt x="0" y="98"/>
                    </a:cubicBezTo>
                    <a:cubicBezTo>
                      <a:pt x="0" y="111"/>
                      <a:pt x="8" y="121"/>
                      <a:pt x="18" y="121"/>
                    </a:cubicBezTo>
                    <a:cubicBezTo>
                      <a:pt x="28" y="121"/>
                      <a:pt x="36" y="111"/>
                      <a:pt x="36" y="98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7" name="Google Shape;2637;p56"/>
              <p:cNvSpPr/>
              <p:nvPr/>
            </p:nvSpPr>
            <p:spPr>
              <a:xfrm>
                <a:off x="5093410" y="2491892"/>
                <a:ext cx="66923" cy="296083"/>
              </a:xfrm>
              <a:custGeom>
                <a:rect b="b" l="l" r="r" t="t"/>
                <a:pathLst>
                  <a:path extrusionOk="0" h="160" w="36">
                    <a:moveTo>
                      <a:pt x="36" y="23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3"/>
                    </a:cubicBezTo>
                    <a:cubicBezTo>
                      <a:pt x="0" y="137"/>
                      <a:pt x="0" y="137"/>
                      <a:pt x="0" y="137"/>
                    </a:cubicBezTo>
                    <a:cubicBezTo>
                      <a:pt x="0" y="150"/>
                      <a:pt x="8" y="160"/>
                      <a:pt x="18" y="160"/>
                    </a:cubicBezTo>
                    <a:cubicBezTo>
                      <a:pt x="28" y="160"/>
                      <a:pt x="36" y="150"/>
                      <a:pt x="36" y="137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8" name="Google Shape;2638;p56"/>
              <p:cNvSpPr/>
              <p:nvPr/>
            </p:nvSpPr>
            <p:spPr>
              <a:xfrm>
                <a:off x="5219143" y="2548675"/>
                <a:ext cx="64895" cy="239300"/>
              </a:xfrm>
              <a:custGeom>
                <a:rect b="b" l="l" r="r" t="t"/>
                <a:pathLst>
                  <a:path extrusionOk="0" h="129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106"/>
                      <a:pt x="0" y="106"/>
                      <a:pt x="0" y="106"/>
                    </a:cubicBezTo>
                    <a:cubicBezTo>
                      <a:pt x="0" y="119"/>
                      <a:pt x="8" y="129"/>
                      <a:pt x="18" y="129"/>
                    </a:cubicBezTo>
                    <a:cubicBezTo>
                      <a:pt x="28" y="129"/>
                      <a:pt x="36" y="119"/>
                      <a:pt x="36" y="106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39" name="Google Shape;2639;p56"/>
              <p:cNvSpPr/>
              <p:nvPr/>
            </p:nvSpPr>
            <p:spPr>
              <a:xfrm>
                <a:off x="5342849" y="2418885"/>
                <a:ext cx="66923" cy="369089"/>
              </a:xfrm>
              <a:custGeom>
                <a:rect b="b" l="l" r="r" t="t"/>
                <a:pathLst>
                  <a:path extrusionOk="0" h="199" w="36">
                    <a:moveTo>
                      <a:pt x="36" y="24"/>
                    </a:moveTo>
                    <a:cubicBezTo>
                      <a:pt x="36" y="11"/>
                      <a:pt x="27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76"/>
                      <a:pt x="0" y="176"/>
                      <a:pt x="0" y="176"/>
                    </a:cubicBezTo>
                    <a:cubicBezTo>
                      <a:pt x="0" y="189"/>
                      <a:pt x="8" y="199"/>
                      <a:pt x="18" y="199"/>
                    </a:cubicBezTo>
                    <a:cubicBezTo>
                      <a:pt x="27" y="199"/>
                      <a:pt x="36" y="189"/>
                      <a:pt x="36" y="176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0" name="Google Shape;2640;p56"/>
              <p:cNvSpPr/>
              <p:nvPr/>
            </p:nvSpPr>
            <p:spPr>
              <a:xfrm>
                <a:off x="5464527" y="2479724"/>
                <a:ext cx="66923" cy="308250"/>
              </a:xfrm>
              <a:custGeom>
                <a:rect b="b" l="l" r="r" t="t"/>
                <a:pathLst>
                  <a:path extrusionOk="0" h="167" w="36">
                    <a:moveTo>
                      <a:pt x="36" y="24"/>
                    </a:moveTo>
                    <a:cubicBezTo>
                      <a:pt x="36" y="11"/>
                      <a:pt x="28" y="0"/>
                      <a:pt x="18" y="0"/>
                    </a:cubicBezTo>
                    <a:cubicBezTo>
                      <a:pt x="8" y="0"/>
                      <a:pt x="0" y="11"/>
                      <a:pt x="0" y="24"/>
                    </a:cubicBezTo>
                    <a:cubicBezTo>
                      <a:pt x="0" y="144"/>
                      <a:pt x="0" y="144"/>
                      <a:pt x="0" y="144"/>
                    </a:cubicBezTo>
                    <a:cubicBezTo>
                      <a:pt x="0" y="157"/>
                      <a:pt x="8" y="167"/>
                      <a:pt x="18" y="167"/>
                    </a:cubicBezTo>
                    <a:cubicBezTo>
                      <a:pt x="28" y="167"/>
                      <a:pt x="36" y="157"/>
                      <a:pt x="36" y="144"/>
                    </a:cubicBezTo>
                    <a:lnTo>
                      <a:pt x="36" y="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1" name="Google Shape;2641;p56"/>
              <p:cNvSpPr/>
              <p:nvPr/>
            </p:nvSpPr>
            <p:spPr>
              <a:xfrm>
                <a:off x="5588232" y="2329655"/>
                <a:ext cx="66923" cy="458319"/>
              </a:xfrm>
              <a:custGeom>
                <a:rect b="b" l="l" r="r" t="t"/>
                <a:pathLst>
                  <a:path extrusionOk="0" h="248" w="36">
                    <a:moveTo>
                      <a:pt x="36" y="23"/>
                    </a:moveTo>
                    <a:cubicBezTo>
                      <a:pt x="36" y="10"/>
                      <a:pt x="28" y="0"/>
                      <a:pt x="18" y="0"/>
                    </a:cubicBezTo>
                    <a:cubicBezTo>
                      <a:pt x="8" y="0"/>
                      <a:pt x="0" y="10"/>
                      <a:pt x="0" y="23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0" y="238"/>
                      <a:pt x="8" y="248"/>
                      <a:pt x="18" y="248"/>
                    </a:cubicBezTo>
                    <a:cubicBezTo>
                      <a:pt x="28" y="248"/>
                      <a:pt x="36" y="238"/>
                      <a:pt x="36" y="225"/>
                    </a:cubicBezTo>
                    <a:lnTo>
                      <a:pt x="36" y="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5" name="Shape 2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6" name="Google Shape;2646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Шаблон финансовой модели</a:t>
            </a:r>
            <a:endParaRPr/>
          </a:p>
        </p:txBody>
      </p:sp>
      <p:sp>
        <p:nvSpPr>
          <p:cNvPr id="2647" name="Google Shape;2647;p57"/>
          <p:cNvSpPr txBox="1"/>
          <p:nvPr>
            <p:ph idx="2" type="subTitle"/>
          </p:nvPr>
        </p:nvSpPr>
        <p:spPr>
          <a:xfrm>
            <a:off x="872400" y="1538600"/>
            <a:ext cx="7044600" cy="27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https://docs.google.com/spreadsheets/d/1JWBPiFZnLcojEnvXImOO_A7ZZp2Opk6p/edit?gid=966589335#gid=966589335</a:t>
            </a:r>
            <a:r>
              <a:rPr lang="en"/>
              <a:t> 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https://docs.google.com/spreadsheets/d/1ZvaM4yNuCn-WWnVYjkF8gberH7q5tUvp/edit?gid=821895807#gid=821895807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1" name="Shape 2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2" name="Google Shape;2652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Полезные материалы</a:t>
            </a:r>
            <a:endParaRPr/>
          </a:p>
        </p:txBody>
      </p:sp>
      <p:sp>
        <p:nvSpPr>
          <p:cNvPr id="2653" name="Google Shape;2653;p58"/>
          <p:cNvSpPr txBox="1"/>
          <p:nvPr>
            <p:ph idx="2" type="subTitle"/>
          </p:nvPr>
        </p:nvSpPr>
        <p:spPr>
          <a:xfrm>
            <a:off x="872400" y="1538600"/>
            <a:ext cx="7044600" cy="27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2000"/>
              <a:t>Нескучные финансы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https://noboring-finance.ru/gazeta/finmodel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2000"/>
              <a:t>Статьи от Т банка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https://secrets.tbank.ru/blogi-kompanij/finansovaya-model-dlya-startapov/</a:t>
            </a: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2000"/>
              <a:t>Курс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https://secrets.tbank.ru/courses/upravlenie-dengami-kompanii/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8" name="Google Shape;2658;p59"/>
          <p:cNvPicPr preferRelativeResize="0"/>
          <p:nvPr/>
        </p:nvPicPr>
        <p:blipFill rotWithShape="1">
          <a:blip r:embed="rId3">
            <a:alphaModFix/>
          </a:blip>
          <a:srcRect b="28887" l="0" r="0" t="21674"/>
          <a:stretch/>
        </p:blipFill>
        <p:spPr>
          <a:xfrm>
            <a:off x="2170225" y="0"/>
            <a:ext cx="4803540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2" name="Shape 2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3" name="Google Shape;2663;p6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7757" l="0" r="0" t="7748"/>
          <a:stretch/>
        </p:blipFill>
        <p:spPr>
          <a:xfrm>
            <a:off x="1" y="-13725"/>
            <a:ext cx="9143997" cy="5157301"/>
          </a:xfrm>
          <a:prstGeom prst="rect">
            <a:avLst/>
          </a:prstGeom>
        </p:spPr>
      </p:pic>
      <p:grpSp>
        <p:nvGrpSpPr>
          <p:cNvPr id="2664" name="Google Shape;2664;p60"/>
          <p:cNvGrpSpPr/>
          <p:nvPr/>
        </p:nvGrpSpPr>
        <p:grpSpPr>
          <a:xfrm>
            <a:off x="-2899214" y="-1597478"/>
            <a:ext cx="5708836" cy="8450477"/>
            <a:chOff x="-2899214" y="-1597478"/>
            <a:chExt cx="5708836" cy="8450477"/>
          </a:xfrm>
        </p:grpSpPr>
        <p:sp>
          <p:nvSpPr>
            <p:cNvPr id="2665" name="Google Shape;2665;p60"/>
            <p:cNvSpPr/>
            <p:nvPr/>
          </p:nvSpPr>
          <p:spPr>
            <a:xfrm rot="-2526298">
              <a:off x="-2394420" y="-873999"/>
              <a:ext cx="3213799" cy="2742785"/>
            </a:xfrm>
            <a:custGeom>
              <a:rect b="b" l="l" r="r" t="t"/>
              <a:pathLst>
                <a:path extrusionOk="0" h="1263926" w="1480978">
                  <a:moveTo>
                    <a:pt x="448644" y="41059"/>
                  </a:moveTo>
                  <a:cubicBezTo>
                    <a:pt x="132459" y="160545"/>
                    <a:pt x="-63263" y="534477"/>
                    <a:pt x="18674" y="862391"/>
                  </a:cubicBezTo>
                  <a:cubicBezTo>
                    <a:pt x="50440" y="989451"/>
                    <a:pt x="121056" y="1109506"/>
                    <a:pt x="227835" y="1185417"/>
                  </a:cubicBezTo>
                  <a:cubicBezTo>
                    <a:pt x="334615" y="1261327"/>
                    <a:pt x="479105" y="1287961"/>
                    <a:pt x="600872" y="1239581"/>
                  </a:cubicBezTo>
                  <a:cubicBezTo>
                    <a:pt x="717344" y="1193236"/>
                    <a:pt x="810928" y="1083362"/>
                    <a:pt x="936115" y="1078230"/>
                  </a:cubicBezTo>
                  <a:cubicBezTo>
                    <a:pt x="1040696" y="1073913"/>
                    <a:pt x="1137131" y="1146077"/>
                    <a:pt x="1241712" y="1141190"/>
                  </a:cubicBezTo>
                  <a:cubicBezTo>
                    <a:pt x="1392148" y="1134267"/>
                    <a:pt x="1491841" y="964364"/>
                    <a:pt x="1480031" y="814173"/>
                  </a:cubicBezTo>
                  <a:cubicBezTo>
                    <a:pt x="1468547" y="668461"/>
                    <a:pt x="1377080" y="566894"/>
                    <a:pt x="1324382" y="437553"/>
                  </a:cubicBezTo>
                  <a:cubicBezTo>
                    <a:pt x="1279993" y="328574"/>
                    <a:pt x="1243911" y="248429"/>
                    <a:pt x="1148860" y="169749"/>
                  </a:cubicBezTo>
                  <a:cubicBezTo>
                    <a:pt x="958514" y="12145"/>
                    <a:pt x="682483" y="-47313"/>
                    <a:pt x="448644" y="4105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6" name="Google Shape;2666;p60"/>
            <p:cNvSpPr/>
            <p:nvPr/>
          </p:nvSpPr>
          <p:spPr>
            <a:xfrm rot="7129206">
              <a:off x="-722741" y="3589454"/>
              <a:ext cx="3326600" cy="2436862"/>
            </a:xfrm>
            <a:custGeom>
              <a:rect b="b" l="l" r="r" t="t"/>
              <a:pathLst>
                <a:path extrusionOk="0" h="397857" w="616186">
                  <a:moveTo>
                    <a:pt x="313618" y="7724"/>
                  </a:moveTo>
                  <a:cubicBezTo>
                    <a:pt x="247889" y="-5144"/>
                    <a:pt x="177517" y="-3516"/>
                    <a:pt x="116756" y="24747"/>
                  </a:cubicBezTo>
                  <a:cubicBezTo>
                    <a:pt x="56077" y="53010"/>
                    <a:pt x="6963" y="110839"/>
                    <a:pt x="610" y="177546"/>
                  </a:cubicBezTo>
                  <a:cubicBezTo>
                    <a:pt x="-5743" y="244171"/>
                    <a:pt x="38158" y="315439"/>
                    <a:pt x="103561" y="329692"/>
                  </a:cubicBezTo>
                  <a:cubicBezTo>
                    <a:pt x="172467" y="344679"/>
                    <a:pt x="243002" y="298660"/>
                    <a:pt x="312478" y="310633"/>
                  </a:cubicBezTo>
                  <a:cubicBezTo>
                    <a:pt x="353365" y="317638"/>
                    <a:pt x="387818" y="343701"/>
                    <a:pt x="423167" y="365367"/>
                  </a:cubicBezTo>
                  <a:cubicBezTo>
                    <a:pt x="458516" y="387032"/>
                    <a:pt x="500380" y="405358"/>
                    <a:pt x="540453" y="394770"/>
                  </a:cubicBezTo>
                  <a:cubicBezTo>
                    <a:pt x="598445" y="379457"/>
                    <a:pt x="625730" y="307619"/>
                    <a:pt x="613187" y="248976"/>
                  </a:cubicBezTo>
                  <a:cubicBezTo>
                    <a:pt x="581829" y="101879"/>
                    <a:pt x="448090" y="34195"/>
                    <a:pt x="313618" y="7724"/>
                  </a:cubicBezTo>
                  <a:close/>
                </a:path>
              </a:pathLst>
            </a:custGeom>
            <a:solidFill>
              <a:srgbClr val="FDFDFD">
                <a:alpha val="3037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67" name="Google Shape;2667;p60"/>
          <p:cNvSpPr/>
          <p:nvPr/>
        </p:nvSpPr>
        <p:spPr>
          <a:xfrm>
            <a:off x="675450" y="4089000"/>
            <a:ext cx="7793100" cy="57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8" name="Google Shape;2668;p60"/>
          <p:cNvSpPr txBox="1"/>
          <p:nvPr>
            <p:ph type="title"/>
          </p:nvPr>
        </p:nvSpPr>
        <p:spPr>
          <a:xfrm>
            <a:off x="997050" y="4090650"/>
            <a:ext cx="71499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Спасибо! Ваши вопросы?</a:t>
            </a:r>
            <a:endParaRPr sz="3600"/>
          </a:p>
        </p:txBody>
      </p:sp>
      <p:grpSp>
        <p:nvGrpSpPr>
          <p:cNvPr id="2669" name="Google Shape;2669;p60"/>
          <p:cNvGrpSpPr/>
          <p:nvPr/>
        </p:nvGrpSpPr>
        <p:grpSpPr>
          <a:xfrm>
            <a:off x="6245867" y="-2214245"/>
            <a:ext cx="4369809" cy="4318170"/>
            <a:chOff x="6245867" y="-2214245"/>
            <a:chExt cx="4369809" cy="4318170"/>
          </a:xfrm>
        </p:grpSpPr>
        <p:sp>
          <p:nvSpPr>
            <p:cNvPr id="2670" name="Google Shape;2670;p60"/>
            <p:cNvSpPr/>
            <p:nvPr/>
          </p:nvSpPr>
          <p:spPr>
            <a:xfrm rot="-8306489">
              <a:off x="6740094" y="-1441697"/>
              <a:ext cx="3381355" cy="2773073"/>
            </a:xfrm>
            <a:custGeom>
              <a:rect b="b" l="l" r="r" t="t"/>
              <a:pathLst>
                <a:path extrusionOk="0" h="1345239" w="1640321">
                  <a:moveTo>
                    <a:pt x="263650" y="158105"/>
                  </a:moveTo>
                  <a:cubicBezTo>
                    <a:pt x="99775" y="297301"/>
                    <a:pt x="5701" y="511268"/>
                    <a:pt x="244" y="726212"/>
                  </a:cubicBezTo>
                  <a:cubicBezTo>
                    <a:pt x="-4399" y="909064"/>
                    <a:pt x="57096" y="1099248"/>
                    <a:pt x="192301" y="1222480"/>
                  </a:cubicBezTo>
                  <a:cubicBezTo>
                    <a:pt x="327506" y="1345712"/>
                    <a:pt x="541472" y="1387007"/>
                    <a:pt x="700216" y="1296028"/>
                  </a:cubicBezTo>
                  <a:cubicBezTo>
                    <a:pt x="819620" y="1227611"/>
                    <a:pt x="899277" y="1095338"/>
                    <a:pt x="1029677" y="1051274"/>
                  </a:cubicBezTo>
                  <a:cubicBezTo>
                    <a:pt x="1110719" y="1023907"/>
                    <a:pt x="1198847" y="1035229"/>
                    <a:pt x="1284205" y="1041419"/>
                  </a:cubicBezTo>
                  <a:cubicBezTo>
                    <a:pt x="1369482" y="1047527"/>
                    <a:pt x="1461112" y="1046550"/>
                    <a:pt x="1532462" y="999391"/>
                  </a:cubicBezTo>
                  <a:cubicBezTo>
                    <a:pt x="1628083" y="936105"/>
                    <a:pt x="1658626" y="803344"/>
                    <a:pt x="1630037" y="692247"/>
                  </a:cubicBezTo>
                  <a:cubicBezTo>
                    <a:pt x="1601530" y="581232"/>
                    <a:pt x="1525457" y="488706"/>
                    <a:pt x="1443845" y="408235"/>
                  </a:cubicBezTo>
                  <a:cubicBezTo>
                    <a:pt x="1213915" y="181562"/>
                    <a:pt x="880137" y="-67508"/>
                    <a:pt x="540576" y="16791"/>
                  </a:cubicBezTo>
                  <a:cubicBezTo>
                    <a:pt x="439172" y="42040"/>
                    <a:pt x="343389" y="90421"/>
                    <a:pt x="263650" y="158105"/>
                  </a:cubicBezTo>
                  <a:close/>
                </a:path>
              </a:pathLst>
            </a:custGeom>
            <a:solidFill>
              <a:srgbClr val="FDFDFD">
                <a:alpha val="30379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71" name="Google Shape;2671;p60"/>
            <p:cNvGrpSpPr/>
            <p:nvPr/>
          </p:nvGrpSpPr>
          <p:grpSpPr>
            <a:xfrm>
              <a:off x="7928169" y="500902"/>
              <a:ext cx="415198" cy="415198"/>
              <a:chOff x="1404969" y="1106377"/>
              <a:chExt cx="415198" cy="415198"/>
            </a:xfrm>
          </p:grpSpPr>
          <p:sp>
            <p:nvSpPr>
              <p:cNvPr id="2672" name="Google Shape;2672;p60"/>
              <p:cNvSpPr/>
              <p:nvPr/>
            </p:nvSpPr>
            <p:spPr>
              <a:xfrm>
                <a:off x="1404969" y="1106377"/>
                <a:ext cx="415198" cy="415198"/>
              </a:xfrm>
              <a:custGeom>
                <a:rect b="b" l="l" r="r" t="t"/>
                <a:pathLst>
                  <a:path extrusionOk="0" h="474" w="474">
                    <a:moveTo>
                      <a:pt x="421" y="0"/>
                    </a:moveTo>
                    <a:cubicBezTo>
                      <a:pt x="52" y="0"/>
                      <a:pt x="52" y="0"/>
                      <a:pt x="52" y="0"/>
                    </a:cubicBezTo>
                    <a:cubicBezTo>
                      <a:pt x="23" y="0"/>
                      <a:pt x="0" y="23"/>
                      <a:pt x="0" y="52"/>
                    </a:cubicBezTo>
                    <a:cubicBezTo>
                      <a:pt x="0" y="421"/>
                      <a:pt x="0" y="421"/>
                      <a:pt x="0" y="421"/>
                    </a:cubicBezTo>
                    <a:cubicBezTo>
                      <a:pt x="0" y="451"/>
                      <a:pt x="23" y="474"/>
                      <a:pt x="52" y="474"/>
                    </a:cubicBezTo>
                    <a:cubicBezTo>
                      <a:pt x="421" y="474"/>
                      <a:pt x="421" y="474"/>
                      <a:pt x="421" y="474"/>
                    </a:cubicBezTo>
                    <a:cubicBezTo>
                      <a:pt x="451" y="474"/>
                      <a:pt x="474" y="451"/>
                      <a:pt x="474" y="421"/>
                    </a:cubicBezTo>
                    <a:cubicBezTo>
                      <a:pt x="474" y="52"/>
                      <a:pt x="474" y="52"/>
                      <a:pt x="474" y="52"/>
                    </a:cubicBezTo>
                    <a:cubicBezTo>
                      <a:pt x="474" y="23"/>
                      <a:pt x="451" y="0"/>
                      <a:pt x="42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3" name="Google Shape;2673;p60"/>
              <p:cNvSpPr/>
              <p:nvPr/>
            </p:nvSpPr>
            <p:spPr>
              <a:xfrm>
                <a:off x="1460456" y="1163778"/>
                <a:ext cx="304223" cy="299440"/>
              </a:xfrm>
              <a:custGeom>
                <a:rect b="b" l="l" r="r" t="t"/>
                <a:pathLst>
                  <a:path extrusionOk="0" h="343" w="348">
                    <a:moveTo>
                      <a:pt x="298" y="293"/>
                    </a:moveTo>
                    <a:cubicBezTo>
                      <a:pt x="311" y="280"/>
                      <a:pt x="321" y="265"/>
                      <a:pt x="330" y="248"/>
                    </a:cubicBezTo>
                    <a:cubicBezTo>
                      <a:pt x="330" y="248"/>
                      <a:pt x="330" y="248"/>
                      <a:pt x="330" y="248"/>
                    </a:cubicBezTo>
                    <a:cubicBezTo>
                      <a:pt x="304" y="235"/>
                      <a:pt x="304" y="235"/>
                      <a:pt x="304" y="235"/>
                    </a:cubicBezTo>
                    <a:cubicBezTo>
                      <a:pt x="310" y="221"/>
                      <a:pt x="315" y="206"/>
                      <a:pt x="317" y="192"/>
                    </a:cubicBezTo>
                    <a:cubicBezTo>
                      <a:pt x="346" y="196"/>
                      <a:pt x="346" y="196"/>
                      <a:pt x="346" y="196"/>
                    </a:cubicBezTo>
                    <a:cubicBezTo>
                      <a:pt x="348" y="178"/>
                      <a:pt x="348" y="160"/>
                      <a:pt x="345" y="142"/>
                    </a:cubicBezTo>
                    <a:cubicBezTo>
                      <a:pt x="316" y="147"/>
                      <a:pt x="316" y="147"/>
                      <a:pt x="316" y="147"/>
                    </a:cubicBezTo>
                    <a:cubicBezTo>
                      <a:pt x="313" y="132"/>
                      <a:pt x="308" y="118"/>
                      <a:pt x="301" y="104"/>
                    </a:cubicBezTo>
                    <a:cubicBezTo>
                      <a:pt x="327" y="90"/>
                      <a:pt x="327" y="90"/>
                      <a:pt x="327" y="90"/>
                    </a:cubicBezTo>
                    <a:cubicBezTo>
                      <a:pt x="318" y="74"/>
                      <a:pt x="307" y="60"/>
                      <a:pt x="294" y="47"/>
                    </a:cubicBezTo>
                    <a:cubicBezTo>
                      <a:pt x="274" y="68"/>
                      <a:pt x="274" y="68"/>
                      <a:pt x="274" y="68"/>
                    </a:cubicBezTo>
                    <a:cubicBezTo>
                      <a:pt x="264" y="58"/>
                      <a:pt x="251" y="49"/>
                      <a:pt x="238" y="42"/>
                    </a:cubicBezTo>
                    <a:cubicBezTo>
                      <a:pt x="237" y="42"/>
                      <a:pt x="237" y="42"/>
                      <a:pt x="237" y="42"/>
                    </a:cubicBezTo>
                    <a:cubicBezTo>
                      <a:pt x="250" y="16"/>
                      <a:pt x="250" y="16"/>
                      <a:pt x="250" y="16"/>
                    </a:cubicBezTo>
                    <a:cubicBezTo>
                      <a:pt x="234" y="8"/>
                      <a:pt x="216" y="3"/>
                      <a:pt x="198" y="0"/>
                    </a:cubicBezTo>
                    <a:cubicBezTo>
                      <a:pt x="194" y="29"/>
                      <a:pt x="194" y="29"/>
                      <a:pt x="194" y="29"/>
                    </a:cubicBezTo>
                    <a:cubicBezTo>
                      <a:pt x="179" y="27"/>
                      <a:pt x="164" y="27"/>
                      <a:pt x="149" y="30"/>
                    </a:cubicBezTo>
                    <a:cubicBezTo>
                      <a:pt x="144" y="1"/>
                      <a:pt x="144" y="1"/>
                      <a:pt x="144" y="1"/>
                    </a:cubicBezTo>
                    <a:cubicBezTo>
                      <a:pt x="126" y="4"/>
                      <a:pt x="109" y="10"/>
                      <a:pt x="93" y="19"/>
                    </a:cubicBezTo>
                    <a:cubicBezTo>
                      <a:pt x="106" y="45"/>
                      <a:pt x="106" y="45"/>
                      <a:pt x="106" y="45"/>
                    </a:cubicBezTo>
                    <a:cubicBezTo>
                      <a:pt x="93" y="52"/>
                      <a:pt x="81" y="61"/>
                      <a:pt x="70" y="72"/>
                    </a:cubicBezTo>
                    <a:cubicBezTo>
                      <a:pt x="49" y="51"/>
                      <a:pt x="49" y="51"/>
                      <a:pt x="49" y="51"/>
                    </a:cubicBezTo>
                    <a:cubicBezTo>
                      <a:pt x="37" y="64"/>
                      <a:pt x="26" y="79"/>
                      <a:pt x="18" y="96"/>
                    </a:cubicBezTo>
                    <a:cubicBezTo>
                      <a:pt x="18" y="96"/>
                      <a:pt x="18" y="96"/>
                      <a:pt x="18" y="96"/>
                    </a:cubicBezTo>
                    <a:cubicBezTo>
                      <a:pt x="44" y="108"/>
                      <a:pt x="44" y="108"/>
                      <a:pt x="44" y="108"/>
                    </a:cubicBezTo>
                    <a:cubicBezTo>
                      <a:pt x="38" y="122"/>
                      <a:pt x="33" y="137"/>
                      <a:pt x="31" y="152"/>
                    </a:cubicBezTo>
                    <a:cubicBezTo>
                      <a:pt x="2" y="148"/>
                      <a:pt x="2" y="148"/>
                      <a:pt x="2" y="148"/>
                    </a:cubicBezTo>
                    <a:cubicBezTo>
                      <a:pt x="0" y="166"/>
                      <a:pt x="0" y="184"/>
                      <a:pt x="3" y="202"/>
                    </a:cubicBezTo>
                    <a:cubicBezTo>
                      <a:pt x="32" y="197"/>
                      <a:pt x="32" y="197"/>
                      <a:pt x="32" y="197"/>
                    </a:cubicBezTo>
                    <a:cubicBezTo>
                      <a:pt x="35" y="212"/>
                      <a:pt x="40" y="226"/>
                      <a:pt x="47" y="239"/>
                    </a:cubicBezTo>
                    <a:cubicBezTo>
                      <a:pt x="21" y="253"/>
                      <a:pt x="21" y="253"/>
                      <a:pt x="21" y="253"/>
                    </a:cubicBezTo>
                    <a:cubicBezTo>
                      <a:pt x="29" y="269"/>
                      <a:pt x="40" y="284"/>
                      <a:pt x="53" y="296"/>
                    </a:cubicBezTo>
                    <a:cubicBezTo>
                      <a:pt x="74" y="275"/>
                      <a:pt x="74" y="275"/>
                      <a:pt x="74" y="275"/>
                    </a:cubicBezTo>
                    <a:cubicBezTo>
                      <a:pt x="84" y="286"/>
                      <a:pt x="97" y="295"/>
                      <a:pt x="110" y="301"/>
                    </a:cubicBezTo>
                    <a:cubicBezTo>
                      <a:pt x="111" y="301"/>
                      <a:pt x="111" y="301"/>
                      <a:pt x="111" y="301"/>
                    </a:cubicBezTo>
                    <a:cubicBezTo>
                      <a:pt x="98" y="328"/>
                      <a:pt x="98" y="328"/>
                      <a:pt x="98" y="328"/>
                    </a:cubicBezTo>
                    <a:cubicBezTo>
                      <a:pt x="114" y="336"/>
                      <a:pt x="132" y="341"/>
                      <a:pt x="150" y="343"/>
                    </a:cubicBezTo>
                    <a:cubicBezTo>
                      <a:pt x="154" y="315"/>
                      <a:pt x="154" y="315"/>
                      <a:pt x="154" y="315"/>
                    </a:cubicBezTo>
                    <a:cubicBezTo>
                      <a:pt x="169" y="317"/>
                      <a:pt x="184" y="316"/>
                      <a:pt x="199" y="314"/>
                    </a:cubicBezTo>
                    <a:cubicBezTo>
                      <a:pt x="204" y="343"/>
                      <a:pt x="204" y="343"/>
                      <a:pt x="204" y="343"/>
                    </a:cubicBezTo>
                    <a:cubicBezTo>
                      <a:pt x="222" y="339"/>
                      <a:pt x="239" y="334"/>
                      <a:pt x="255" y="325"/>
                    </a:cubicBezTo>
                    <a:cubicBezTo>
                      <a:pt x="241" y="299"/>
                      <a:pt x="241" y="299"/>
                      <a:pt x="241" y="299"/>
                    </a:cubicBezTo>
                    <a:cubicBezTo>
                      <a:pt x="255" y="292"/>
                      <a:pt x="267" y="283"/>
                      <a:pt x="277" y="272"/>
                    </a:cubicBezTo>
                    <a:lnTo>
                      <a:pt x="298" y="293"/>
                    </a:lnTo>
                    <a:close/>
                    <a:moveTo>
                      <a:pt x="140" y="240"/>
                    </a:moveTo>
                    <a:cubicBezTo>
                      <a:pt x="103" y="222"/>
                      <a:pt x="87" y="176"/>
                      <a:pt x="106" y="138"/>
                    </a:cubicBezTo>
                    <a:cubicBezTo>
                      <a:pt x="124" y="101"/>
                      <a:pt x="170" y="85"/>
                      <a:pt x="208" y="104"/>
                    </a:cubicBezTo>
                    <a:cubicBezTo>
                      <a:pt x="245" y="122"/>
                      <a:pt x="261" y="168"/>
                      <a:pt x="242" y="205"/>
                    </a:cubicBezTo>
                    <a:cubicBezTo>
                      <a:pt x="224" y="243"/>
                      <a:pt x="178" y="259"/>
                      <a:pt x="140" y="24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74" name="Google Shape;2674;p60"/>
            <p:cNvSpPr/>
            <p:nvPr/>
          </p:nvSpPr>
          <p:spPr>
            <a:xfrm>
              <a:off x="8538450" y="198099"/>
              <a:ext cx="347206" cy="572700"/>
            </a:xfrm>
            <a:custGeom>
              <a:rect b="b" l="l" r="r" t="t"/>
              <a:pathLst>
                <a:path extrusionOk="0" h="447" w="271">
                  <a:moveTo>
                    <a:pt x="271" y="234"/>
                  </a:moveTo>
                  <a:lnTo>
                    <a:pt x="135" y="0"/>
                  </a:lnTo>
                  <a:lnTo>
                    <a:pt x="0" y="234"/>
                  </a:lnTo>
                  <a:lnTo>
                    <a:pt x="69" y="234"/>
                  </a:lnTo>
                  <a:lnTo>
                    <a:pt x="69" y="447"/>
                  </a:lnTo>
                  <a:lnTo>
                    <a:pt x="201" y="447"/>
                  </a:lnTo>
                  <a:lnTo>
                    <a:pt x="201" y="234"/>
                  </a:lnTo>
                  <a:lnTo>
                    <a:pt x="271" y="23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5" name="Google Shape;2675;p60"/>
            <p:cNvSpPr/>
            <p:nvPr/>
          </p:nvSpPr>
          <p:spPr>
            <a:xfrm>
              <a:off x="8290053" y="991587"/>
              <a:ext cx="653350" cy="644790"/>
            </a:xfrm>
            <a:custGeom>
              <a:rect b="b" l="l" r="r" t="t"/>
              <a:pathLst>
                <a:path extrusionOk="0" h="823" w="835">
                  <a:moveTo>
                    <a:pt x="716" y="701"/>
                  </a:moveTo>
                  <a:cubicBezTo>
                    <a:pt x="746" y="669"/>
                    <a:pt x="771" y="634"/>
                    <a:pt x="791" y="594"/>
                  </a:cubicBezTo>
                  <a:cubicBezTo>
                    <a:pt x="791" y="593"/>
                    <a:pt x="791" y="593"/>
                    <a:pt x="791" y="593"/>
                  </a:cubicBezTo>
                  <a:cubicBezTo>
                    <a:pt x="729" y="563"/>
                    <a:pt x="729" y="563"/>
                    <a:pt x="729" y="563"/>
                  </a:cubicBezTo>
                  <a:cubicBezTo>
                    <a:pt x="745" y="529"/>
                    <a:pt x="755" y="494"/>
                    <a:pt x="760" y="459"/>
                  </a:cubicBezTo>
                  <a:cubicBezTo>
                    <a:pt x="829" y="469"/>
                    <a:pt x="829" y="469"/>
                    <a:pt x="829" y="469"/>
                  </a:cubicBezTo>
                  <a:cubicBezTo>
                    <a:pt x="835" y="426"/>
                    <a:pt x="835" y="382"/>
                    <a:pt x="827" y="339"/>
                  </a:cubicBezTo>
                  <a:cubicBezTo>
                    <a:pt x="758" y="351"/>
                    <a:pt x="758" y="351"/>
                    <a:pt x="758" y="351"/>
                  </a:cubicBezTo>
                  <a:cubicBezTo>
                    <a:pt x="752" y="315"/>
                    <a:pt x="740" y="281"/>
                    <a:pt x="723" y="249"/>
                  </a:cubicBezTo>
                  <a:cubicBezTo>
                    <a:pt x="785" y="216"/>
                    <a:pt x="785" y="216"/>
                    <a:pt x="785" y="216"/>
                  </a:cubicBezTo>
                  <a:cubicBezTo>
                    <a:pt x="764" y="177"/>
                    <a:pt x="738" y="143"/>
                    <a:pt x="706" y="112"/>
                  </a:cubicBezTo>
                  <a:cubicBezTo>
                    <a:pt x="658" y="163"/>
                    <a:pt x="658" y="163"/>
                    <a:pt x="658" y="163"/>
                  </a:cubicBezTo>
                  <a:cubicBezTo>
                    <a:pt x="633" y="138"/>
                    <a:pt x="603" y="117"/>
                    <a:pt x="570" y="101"/>
                  </a:cubicBezTo>
                  <a:cubicBezTo>
                    <a:pt x="569" y="101"/>
                    <a:pt x="569" y="101"/>
                    <a:pt x="569" y="101"/>
                  </a:cubicBezTo>
                  <a:cubicBezTo>
                    <a:pt x="600" y="38"/>
                    <a:pt x="600" y="38"/>
                    <a:pt x="600" y="38"/>
                  </a:cubicBezTo>
                  <a:cubicBezTo>
                    <a:pt x="561" y="19"/>
                    <a:pt x="519" y="6"/>
                    <a:pt x="476" y="0"/>
                  </a:cubicBezTo>
                  <a:cubicBezTo>
                    <a:pt x="466" y="69"/>
                    <a:pt x="466" y="69"/>
                    <a:pt x="466" y="69"/>
                  </a:cubicBezTo>
                  <a:cubicBezTo>
                    <a:pt x="430" y="64"/>
                    <a:pt x="393" y="65"/>
                    <a:pt x="358" y="71"/>
                  </a:cubicBezTo>
                  <a:cubicBezTo>
                    <a:pt x="346" y="2"/>
                    <a:pt x="346" y="2"/>
                    <a:pt x="346" y="2"/>
                  </a:cubicBezTo>
                  <a:cubicBezTo>
                    <a:pt x="303" y="10"/>
                    <a:pt x="261" y="24"/>
                    <a:pt x="223" y="44"/>
                  </a:cubicBezTo>
                  <a:cubicBezTo>
                    <a:pt x="256" y="106"/>
                    <a:pt x="256" y="106"/>
                    <a:pt x="256" y="106"/>
                  </a:cubicBezTo>
                  <a:cubicBezTo>
                    <a:pt x="224" y="123"/>
                    <a:pt x="195" y="145"/>
                    <a:pt x="169" y="171"/>
                  </a:cubicBezTo>
                  <a:cubicBezTo>
                    <a:pt x="119" y="122"/>
                    <a:pt x="119" y="122"/>
                    <a:pt x="119" y="122"/>
                  </a:cubicBezTo>
                  <a:cubicBezTo>
                    <a:pt x="89" y="153"/>
                    <a:pt x="64" y="189"/>
                    <a:pt x="45" y="228"/>
                  </a:cubicBezTo>
                  <a:cubicBezTo>
                    <a:pt x="44" y="229"/>
                    <a:pt x="44" y="229"/>
                    <a:pt x="44" y="229"/>
                  </a:cubicBezTo>
                  <a:cubicBezTo>
                    <a:pt x="107" y="259"/>
                    <a:pt x="107" y="259"/>
                    <a:pt x="107" y="259"/>
                  </a:cubicBezTo>
                  <a:cubicBezTo>
                    <a:pt x="91" y="293"/>
                    <a:pt x="80" y="328"/>
                    <a:pt x="75" y="363"/>
                  </a:cubicBezTo>
                  <a:cubicBezTo>
                    <a:pt x="6" y="353"/>
                    <a:pt x="6" y="353"/>
                    <a:pt x="6" y="353"/>
                  </a:cubicBezTo>
                  <a:cubicBezTo>
                    <a:pt x="0" y="396"/>
                    <a:pt x="1" y="440"/>
                    <a:pt x="8" y="483"/>
                  </a:cubicBezTo>
                  <a:cubicBezTo>
                    <a:pt x="77" y="471"/>
                    <a:pt x="77" y="471"/>
                    <a:pt x="77" y="471"/>
                  </a:cubicBezTo>
                  <a:cubicBezTo>
                    <a:pt x="84" y="507"/>
                    <a:pt x="95" y="541"/>
                    <a:pt x="112" y="573"/>
                  </a:cubicBezTo>
                  <a:cubicBezTo>
                    <a:pt x="50" y="606"/>
                    <a:pt x="50" y="606"/>
                    <a:pt x="50" y="606"/>
                  </a:cubicBezTo>
                  <a:cubicBezTo>
                    <a:pt x="71" y="644"/>
                    <a:pt x="97" y="679"/>
                    <a:pt x="128" y="710"/>
                  </a:cubicBezTo>
                  <a:cubicBezTo>
                    <a:pt x="177" y="660"/>
                    <a:pt x="177" y="660"/>
                    <a:pt x="177" y="660"/>
                  </a:cubicBezTo>
                  <a:cubicBezTo>
                    <a:pt x="202" y="684"/>
                    <a:pt x="232" y="705"/>
                    <a:pt x="265" y="722"/>
                  </a:cubicBezTo>
                  <a:cubicBezTo>
                    <a:pt x="266" y="722"/>
                    <a:pt x="266" y="722"/>
                    <a:pt x="266" y="722"/>
                  </a:cubicBezTo>
                  <a:cubicBezTo>
                    <a:pt x="235" y="784"/>
                    <a:pt x="235" y="784"/>
                    <a:pt x="235" y="784"/>
                  </a:cubicBezTo>
                  <a:cubicBezTo>
                    <a:pt x="274" y="804"/>
                    <a:pt x="316" y="817"/>
                    <a:pt x="359" y="823"/>
                  </a:cubicBezTo>
                  <a:cubicBezTo>
                    <a:pt x="369" y="754"/>
                    <a:pt x="369" y="754"/>
                    <a:pt x="369" y="754"/>
                  </a:cubicBezTo>
                  <a:cubicBezTo>
                    <a:pt x="405" y="759"/>
                    <a:pt x="442" y="758"/>
                    <a:pt x="477" y="752"/>
                  </a:cubicBezTo>
                  <a:cubicBezTo>
                    <a:pt x="489" y="821"/>
                    <a:pt x="489" y="821"/>
                    <a:pt x="489" y="821"/>
                  </a:cubicBezTo>
                  <a:cubicBezTo>
                    <a:pt x="532" y="813"/>
                    <a:pt x="573" y="799"/>
                    <a:pt x="612" y="779"/>
                  </a:cubicBezTo>
                  <a:cubicBezTo>
                    <a:pt x="579" y="717"/>
                    <a:pt x="579" y="717"/>
                    <a:pt x="579" y="717"/>
                  </a:cubicBezTo>
                  <a:cubicBezTo>
                    <a:pt x="611" y="700"/>
                    <a:pt x="640" y="678"/>
                    <a:pt x="666" y="652"/>
                  </a:cubicBezTo>
                  <a:lnTo>
                    <a:pt x="716" y="701"/>
                  </a:lnTo>
                  <a:close/>
                  <a:moveTo>
                    <a:pt x="337" y="575"/>
                  </a:moveTo>
                  <a:cubicBezTo>
                    <a:pt x="247" y="531"/>
                    <a:pt x="209" y="421"/>
                    <a:pt x="254" y="331"/>
                  </a:cubicBezTo>
                  <a:cubicBezTo>
                    <a:pt x="298" y="240"/>
                    <a:pt x="408" y="203"/>
                    <a:pt x="498" y="247"/>
                  </a:cubicBezTo>
                  <a:cubicBezTo>
                    <a:pt x="589" y="292"/>
                    <a:pt x="626" y="401"/>
                    <a:pt x="582" y="492"/>
                  </a:cubicBezTo>
                  <a:cubicBezTo>
                    <a:pt x="537" y="582"/>
                    <a:pt x="428" y="620"/>
                    <a:pt x="337" y="57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atistics and Data Analysis - 6th Grade by Slidesgo">
  <a:themeElements>
    <a:clrScheme name="Simple Light">
      <a:dk1>
        <a:srgbClr val="334157"/>
      </a:dk1>
      <a:lt1>
        <a:srgbClr val="4C69B2"/>
      </a:lt1>
      <a:dk2>
        <a:srgbClr val="FDFDFD"/>
      </a:dk2>
      <a:lt2>
        <a:srgbClr val="6389EB"/>
      </a:lt2>
      <a:accent1>
        <a:srgbClr val="CBDDFA"/>
      </a:accent1>
      <a:accent2>
        <a:srgbClr val="FF4949"/>
      </a:accent2>
      <a:accent3>
        <a:srgbClr val="FF7A78"/>
      </a:accent3>
      <a:accent4>
        <a:srgbClr val="FF9D35"/>
      </a:accent4>
      <a:accent5>
        <a:srgbClr val="FFC53A"/>
      </a:accent5>
      <a:accent6>
        <a:srgbClr val="EBEBEB"/>
      </a:accent6>
      <a:hlink>
        <a:srgbClr val="33415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